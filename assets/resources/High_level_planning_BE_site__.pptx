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73" r:id="rId6"/>
  </p:sldMasterIdLst>
  <p:notesMasterIdLst>
    <p:notesMasterId r:id="rId10"/>
  </p:notesMasterIdLst>
  <p:sldIdLst>
    <p:sldId id="288" r:id="rId7"/>
    <p:sldId id="668" r:id="rId8"/>
    <p:sldId id="6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ne Gala" initials="TG" lastIdx="5" clrIdx="0">
    <p:extLst>
      <p:ext uri="{19B8F6BF-5375-455C-9EA6-DF929625EA0E}">
        <p15:presenceInfo xmlns:p15="http://schemas.microsoft.com/office/powerpoint/2012/main" userId="S::Tinne.Gala@sibelco.com::4d579d83-7160-4de3-8808-3f3df3f2d20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A7AB"/>
    <a:srgbClr val="5EDC88"/>
    <a:srgbClr val="D5B8EA"/>
    <a:srgbClr val="CFAFE7"/>
    <a:srgbClr val="767171"/>
    <a:srgbClr val="396B2A"/>
    <a:srgbClr val="034D0A"/>
    <a:srgbClr val="004D82"/>
    <a:srgbClr val="FFFFFF"/>
    <a:srgbClr val="007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855D9A-FE63-4218-9902-1784CBBDC1C2}" v="7" dt="2022-04-12T15:11:37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5" autoAdjust="0"/>
    <p:restoredTop sz="89542" autoAdjust="0"/>
  </p:normalViewPr>
  <p:slideViewPr>
    <p:cSldViewPr snapToGrid="0">
      <p:cViewPr varScale="1">
        <p:scale>
          <a:sx n="113" d="100"/>
          <a:sy n="113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AC75C-EE2E-474C-AB83-A2C5FAFA855E}" type="datetimeFigureOut">
              <a:rPr lang="en-GB" smtClean="0"/>
              <a:t>13/10/2022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B67FC-2C64-42FC-B913-021ADF46282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248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B67FC-2C64-42FC-B913-021ADF46282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99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5863" y="0"/>
            <a:ext cx="501613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7977" y="2794410"/>
            <a:ext cx="6705600" cy="671602"/>
          </a:xfrm>
          <a:solidFill>
            <a:schemeClr val="accent2"/>
          </a:solidFill>
        </p:spPr>
        <p:txBody>
          <a:bodyPr anchor="b">
            <a:normAutofit/>
          </a:bodyPr>
          <a:lstStyle>
            <a:lvl1pPr algn="l">
              <a:defRPr sz="3600" b="1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977" y="3600344"/>
            <a:ext cx="6705600" cy="440433"/>
          </a:xfrm>
          <a:solidFill>
            <a:schemeClr val="accent2"/>
          </a:solidFill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7" name="Picture 6" descr="SibelcoLogo_Group.eps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063" y="385272"/>
            <a:ext cx="2460336" cy="6277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0" y="3304637"/>
            <a:ext cx="5059680" cy="355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23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77" y="711880"/>
            <a:ext cx="8915400" cy="618944"/>
          </a:xfrm>
          <a:solidFill>
            <a:schemeClr val="accent2"/>
          </a:solidFill>
        </p:spPr>
        <p:txBody>
          <a:bodyPr>
            <a:normAutofit/>
          </a:bodyPr>
          <a:lstStyle>
            <a:lvl1pPr>
              <a:defRPr sz="2800" b="1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777" y="1529534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797" y="4920343"/>
            <a:ext cx="2759055" cy="19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6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972502"/>
          </a:xfrm>
          <a:solidFill>
            <a:schemeClr val="accent2"/>
          </a:solidFill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6096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43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48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826679"/>
            <a:ext cx="10515600" cy="5754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197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484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23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129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377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41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769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81518" y="793820"/>
            <a:ext cx="11425767" cy="5348218"/>
          </a:xfrm>
          <a:prstGeom prst="rect">
            <a:avLst/>
          </a:prstGeom>
        </p:spPr>
        <p:txBody>
          <a:bodyPr/>
          <a:lstStyle>
            <a:lvl1pPr marL="173038" indent="-173038">
              <a:buClrTx/>
              <a:buFont typeface="Wingdings" panose="05000000000000000000" pitchFamily="2" charset="2"/>
              <a:buChar char="§"/>
              <a:defRPr sz="1400"/>
            </a:lvl1pPr>
            <a:lvl2pPr marL="534988" indent="-182563">
              <a:buClrTx/>
              <a:buFont typeface="Arial" panose="020B0604020202020204" pitchFamily="34" charset="0"/>
              <a:buChar char="–"/>
              <a:defRPr sz="1400"/>
            </a:lvl2pPr>
            <a:lvl3pPr marL="1150938" indent="-228600">
              <a:buClrTx/>
              <a:buFont typeface="Wingdings" panose="05000000000000000000" pitchFamily="2" charset="2"/>
              <a:buChar char="Ø"/>
              <a:defRPr sz="1400"/>
            </a:lvl3pPr>
            <a:lvl4pPr marL="1600200" indent="-228600">
              <a:buClrTx/>
              <a:buFont typeface="Wingdings" panose="05000000000000000000" pitchFamily="2" charset="2"/>
              <a:buChar char="§"/>
              <a:defRPr sz="1400"/>
            </a:lvl4pPr>
            <a:lvl5pPr marL="2057400" indent="-228600">
              <a:buClrTx/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title" idx="11"/>
          </p:nvPr>
        </p:nvSpPr>
        <p:spPr bwMode="auto">
          <a:xfrm>
            <a:off x="281518" y="242888"/>
            <a:ext cx="11425767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/>
            <a:r>
              <a:rPr lang="en-GB" altLang="nl-BE"/>
              <a:t>Click to edit Master title style</a:t>
            </a:r>
          </a:p>
        </p:txBody>
      </p:sp>
      <p:sp>
        <p:nvSpPr>
          <p:cNvPr id="4" name="Slide Number Placeholder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AE75C-E720-44B2-A390-5DFB839DD09E}" type="slidenum">
              <a:rPr lang="en-GB" altLang="nl-BE"/>
              <a:pPr>
                <a:defRPr/>
              </a:pPr>
              <a:t>‹#›</a:t>
            </a:fld>
            <a:endParaRPr lang="en-GB" altLang="nl-BE" dirty="0"/>
          </a:p>
        </p:txBody>
      </p:sp>
    </p:spTree>
    <p:extLst>
      <p:ext uri="{BB962C8B-B14F-4D97-AF65-F5344CB8AC3E}">
        <p14:creationId xmlns:p14="http://schemas.microsoft.com/office/powerpoint/2010/main" val="414693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190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7165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2258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44" y="1153908"/>
            <a:ext cx="10515600" cy="50774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705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195" y="982509"/>
            <a:ext cx="3932767" cy="151488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5195" y="2497395"/>
            <a:ext cx="3932767" cy="3343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797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138" y="2116587"/>
            <a:ext cx="6386871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813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81519" y="793822"/>
            <a:ext cx="11425767" cy="646309"/>
          </a:xfrm>
          <a:prstGeom prst="rect">
            <a:avLst/>
          </a:prstGeom>
        </p:spPr>
        <p:txBody>
          <a:bodyPr/>
          <a:lstStyle>
            <a:lvl1pPr marL="173019" indent="-173019">
              <a:buClrTx/>
              <a:buFont typeface="Wingdings" panose="05000000000000000000" pitchFamily="2" charset="2"/>
              <a:buChar char="§"/>
              <a:defRPr sz="1400"/>
            </a:lvl1pPr>
            <a:lvl2pPr marL="534931" indent="-182544">
              <a:buClrTx/>
              <a:buFont typeface="Arial" panose="020B0604020202020204" pitchFamily="34" charset="0"/>
              <a:buChar char="–"/>
              <a:defRPr sz="1400"/>
            </a:lvl2pPr>
            <a:lvl3pPr marL="1150816" indent="-228576">
              <a:buClrTx/>
              <a:buFont typeface="Wingdings" panose="05000000000000000000" pitchFamily="2" charset="2"/>
              <a:buChar char="Ø"/>
              <a:defRPr sz="1400"/>
            </a:lvl3pPr>
            <a:lvl4pPr marL="1600030" indent="-228576">
              <a:buClrTx/>
              <a:buFont typeface="Wingdings" panose="05000000000000000000" pitchFamily="2" charset="2"/>
              <a:buChar char="§"/>
              <a:defRPr sz="1400"/>
            </a:lvl4pPr>
            <a:lvl5pPr marL="2057182" indent="-228576">
              <a:buClrTx/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title" idx="11"/>
          </p:nvPr>
        </p:nvSpPr>
        <p:spPr bwMode="auto">
          <a:xfrm>
            <a:off x="281519" y="242889"/>
            <a:ext cx="11425767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lvl="0"/>
            <a:r>
              <a:rPr lang="en-GB" altLang="nl-BE"/>
              <a:t>Click to edit Master title style</a:t>
            </a:r>
          </a:p>
        </p:txBody>
      </p:sp>
      <p:sp>
        <p:nvSpPr>
          <p:cNvPr id="4" name="Slide Number Placeholder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548535" y="6597651"/>
            <a:ext cx="656167" cy="2603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DAE75C-E720-44B2-A390-5DFB839DD09E}" type="slidenum">
              <a:rPr lang="en-GB" altLang="nl-BE"/>
              <a:pPr>
                <a:defRPr/>
              </a:pPr>
              <a:t>‹#›</a:t>
            </a:fld>
            <a:endParaRPr lang="en-GB" altLang="nl-BE" dirty="0"/>
          </a:p>
        </p:txBody>
      </p:sp>
    </p:spTree>
    <p:extLst>
      <p:ext uri="{BB962C8B-B14F-4D97-AF65-F5344CB8AC3E}">
        <p14:creationId xmlns:p14="http://schemas.microsoft.com/office/powerpoint/2010/main" val="40997391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88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4.emf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871538"/>
            <a:ext cx="6537960" cy="5461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9899" y="16427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 flipH="1">
            <a:off x="9797" y="4920343"/>
            <a:ext cx="2759055" cy="1937657"/>
          </a:xfrm>
          <a:prstGeom prst="rect">
            <a:avLst/>
          </a:prstGeom>
        </p:spPr>
      </p:pic>
      <p:pic>
        <p:nvPicPr>
          <p:cNvPr id="9" name="Picture 8" descr="SibelcoLogo_Group.eps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8383" y="6350643"/>
            <a:ext cx="1277526" cy="32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8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0778" y="929269"/>
            <a:ext cx="11214932" cy="5201920"/>
          </a:xfrm>
          <a:prstGeom prst="rect">
            <a:avLst/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444" y="11539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444" y="2845944"/>
            <a:ext cx="10515600" cy="221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 descr="SibelcoLogo_Group.eps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0752" y="160909"/>
            <a:ext cx="2838603" cy="5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264" y="6492241"/>
            <a:ext cx="3644437" cy="196642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6592919" y="6452895"/>
            <a:ext cx="51249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Confidential,</a:t>
            </a:r>
            <a:r>
              <a:rPr lang="en-AU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commercially sensitive information, proprietary of SCR-Sibelco N.V.</a:t>
            </a:r>
            <a:endParaRPr lang="en-AU" sz="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68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1" r:id="rId7"/>
    <p:sldLayoutId id="2147483682" r:id="rId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D7E6-8724-4B24-8228-A960ED167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HL planning FS Rat – High </a:t>
            </a:r>
            <a:r>
              <a:rPr lang="en-GB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Prio</a:t>
            </a:r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 sites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24369-2EDF-45DF-B0DB-CF96DF2D3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Calibri Light" panose="020F0302020204030204" pitchFamily="34" charset="0"/>
                <a:cs typeface="Calibri Light" panose="020F0302020204030204" pitchFamily="34" charset="0"/>
              </a:rPr>
              <a:t>PMO-103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9BBE2-8D0D-4E6C-8EE9-8D9DE978E551}"/>
              </a:ext>
            </a:extLst>
          </p:cNvPr>
          <p:cNvSpPr txBox="1"/>
          <p:nvPr/>
        </p:nvSpPr>
        <p:spPr>
          <a:xfrm>
            <a:off x="3957649" y="4590745"/>
            <a:ext cx="2674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tabLst>
                <a:tab pos="1081088" algn="r"/>
              </a:tabLst>
            </a:pPr>
            <a:r>
              <a:rPr lang="en-GB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date:	 </a:t>
            </a:r>
            <a:r>
              <a:rPr lang="en-BE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15/04/</a:t>
            </a:r>
            <a:r>
              <a:rPr lang="en-GB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2022</a:t>
            </a:r>
          </a:p>
          <a:p>
            <a:pPr algn="r"/>
            <a:endParaRPr lang="en-GB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25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93C6-DA97-49F8-8CF1-7DB51126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264" y="581251"/>
            <a:ext cx="8915400" cy="618944"/>
          </a:xfrm>
        </p:spPr>
        <p:txBody>
          <a:bodyPr/>
          <a:lstStyle/>
          <a:p>
            <a:r>
              <a:rPr lang="nl-BE" dirty="0"/>
              <a:t>SERVERS </a:t>
            </a:r>
            <a:r>
              <a:rPr lang="nl-BE" dirty="0" err="1"/>
              <a:t>listed</a:t>
            </a:r>
            <a:r>
              <a:rPr lang="nl-BE" dirty="0"/>
              <a:t> 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2922F-66F2-4063-85AD-7FA84437667A}"/>
              </a:ext>
            </a:extLst>
          </p:cNvPr>
          <p:cNvSpPr txBox="1"/>
          <p:nvPr/>
        </p:nvSpPr>
        <p:spPr>
          <a:xfrm>
            <a:off x="608264" y="1831627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highlight>
                  <a:srgbClr val="00FF00"/>
                </a:highlight>
              </a:rPr>
              <a:t>Agile stream 10-3</a:t>
            </a:r>
            <a:endParaRPr lang="en-GB" dirty="0">
              <a:highlight>
                <a:srgbClr val="00FF00"/>
              </a:highlight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92ACE1-0A72-450F-9279-96988853C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625501"/>
              </p:ext>
            </p:extLst>
          </p:nvPr>
        </p:nvGraphicFramePr>
        <p:xfrm>
          <a:off x="608264" y="2438330"/>
          <a:ext cx="10506050" cy="1828800"/>
        </p:xfrm>
        <a:graphic>
          <a:graphicData uri="http://schemas.openxmlformats.org/drawingml/2006/table">
            <a:tbl>
              <a:tblPr/>
              <a:tblGrid>
                <a:gridCol w="10506050">
                  <a:extLst>
                    <a:ext uri="{9D8B030D-6E8A-4147-A177-3AD203B41FA5}">
                      <a16:colId xmlns:a16="http://schemas.microsoft.com/office/drawing/2014/main" val="2535125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0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BE-DES-FIS-001 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Dessel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  Myke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Theodorou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; Thierry 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Guffens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; Tony Lemmens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192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BE-HQH-FIS-001 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  <a:sym typeface="Wingdings" panose="05000000000000000000" pitchFamily="2" charset="2"/>
                        </a:rPr>
                        <a:t> Peter Peters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36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sz="18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55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958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2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75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91F6F8F-170B-4A4A-80A7-BF8EB3EBC3EB}"/>
              </a:ext>
            </a:extLst>
          </p:cNvPr>
          <p:cNvSpPr>
            <a:spLocks noGrp="1"/>
          </p:cNvSpPr>
          <p:nvPr>
            <p:ph type="title" idx="11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 High-level Process &amp; communication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0FA3B37-ED3C-47E4-A9BA-21C04939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BE" altLang="nl-BE" dirty="0"/>
              <a:t>4</a:t>
            </a:r>
            <a:endParaRPr lang="en-GB" altLang="nl-BE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FD15977-12ED-435B-9884-F022D2773899}"/>
              </a:ext>
            </a:extLst>
          </p:cNvPr>
          <p:cNvCxnSpPr>
            <a:cxnSpLocks/>
          </p:cNvCxnSpPr>
          <p:nvPr/>
        </p:nvCxnSpPr>
        <p:spPr>
          <a:xfrm flipV="1">
            <a:off x="911916" y="2906598"/>
            <a:ext cx="0" cy="4741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BEB732F-AB7F-49D4-A066-E7C520E072B5}"/>
              </a:ext>
            </a:extLst>
          </p:cNvPr>
          <p:cNvSpPr txBox="1"/>
          <p:nvPr/>
        </p:nvSpPr>
        <p:spPr bwMode="auto">
          <a:xfrm>
            <a:off x="498250" y="2121498"/>
            <a:ext cx="48018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RFC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B95BA0-2D5A-43D5-9633-3F81A687F4F3}"/>
              </a:ext>
            </a:extLst>
          </p:cNvPr>
          <p:cNvSpPr txBox="1"/>
          <p:nvPr/>
        </p:nvSpPr>
        <p:spPr bwMode="auto">
          <a:xfrm>
            <a:off x="1860725" y="2981374"/>
            <a:ext cx="85671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Scan Data 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BC2C10-B2D5-4D6F-A6AF-05769FB072A8}"/>
              </a:ext>
            </a:extLst>
          </p:cNvPr>
          <p:cNvSpPr txBox="1"/>
          <p:nvPr/>
        </p:nvSpPr>
        <p:spPr bwMode="auto">
          <a:xfrm>
            <a:off x="1250127" y="2126640"/>
            <a:ext cx="48018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CAB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8246DC-E9EC-45F7-A6B0-A364C4DEAC92}"/>
              </a:ext>
            </a:extLst>
          </p:cNvPr>
          <p:cNvSpPr txBox="1"/>
          <p:nvPr/>
        </p:nvSpPr>
        <p:spPr bwMode="auto">
          <a:xfrm>
            <a:off x="796787" y="2117153"/>
            <a:ext cx="480183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TAB 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BC24591-AB15-440E-92EF-EA8F1555097A}"/>
              </a:ext>
            </a:extLst>
          </p:cNvPr>
          <p:cNvSpPr/>
          <p:nvPr/>
        </p:nvSpPr>
        <p:spPr bwMode="auto">
          <a:xfrm>
            <a:off x="1524004" y="2962118"/>
            <a:ext cx="1512502" cy="45719"/>
          </a:xfrm>
          <a:prstGeom prst="roundRect">
            <a:avLst/>
          </a:prstGeom>
          <a:solidFill>
            <a:srgbClr val="3AA7AB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marL="171450" indent="-171450" algn="ctr">
              <a:lnSpc>
                <a:spcPts val="1300"/>
              </a:lnSpc>
              <a:buClr>
                <a:srgbClr val="004D89"/>
              </a:buClr>
              <a:buSzPct val="110000"/>
              <a:buFont typeface="Wingdings" panose="05000000000000000000" pitchFamily="2" charset="2"/>
              <a:buChar char="§"/>
            </a:pPr>
            <a:endParaRPr lang="nl-BE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30A40A-DEE9-4341-990C-4B1679570C75}"/>
              </a:ext>
            </a:extLst>
          </p:cNvPr>
          <p:cNvSpPr txBox="1"/>
          <p:nvPr/>
        </p:nvSpPr>
        <p:spPr bwMode="auto">
          <a:xfrm>
            <a:off x="4477944" y="3038704"/>
            <a:ext cx="85671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Copy Data  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8E9CF5B-E654-47B9-8397-5407F0EC3B21}"/>
              </a:ext>
            </a:extLst>
          </p:cNvPr>
          <p:cNvSpPr/>
          <p:nvPr/>
        </p:nvSpPr>
        <p:spPr bwMode="auto">
          <a:xfrm>
            <a:off x="3275368" y="2986689"/>
            <a:ext cx="2028973" cy="45719"/>
          </a:xfrm>
          <a:prstGeom prst="roundRect">
            <a:avLst/>
          </a:prstGeom>
          <a:solidFill>
            <a:srgbClr val="3AA7AB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marL="171450" indent="-171450" algn="ctr">
              <a:lnSpc>
                <a:spcPts val="1300"/>
              </a:lnSpc>
              <a:buClr>
                <a:srgbClr val="004D89"/>
              </a:buClr>
              <a:buSzPct val="110000"/>
              <a:buFont typeface="Wingdings" panose="05000000000000000000" pitchFamily="2" charset="2"/>
              <a:buChar char="§"/>
            </a:pPr>
            <a:endParaRPr lang="nl-BE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96AE61-FF96-4DDF-8280-8E1388ED4280}"/>
              </a:ext>
            </a:extLst>
          </p:cNvPr>
          <p:cNvSpPr txBox="1"/>
          <p:nvPr/>
        </p:nvSpPr>
        <p:spPr bwMode="auto">
          <a:xfrm>
            <a:off x="5978686" y="3023478"/>
            <a:ext cx="85671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Copy Data  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3CC00A92-B537-4A11-9269-515A4C8A4428}"/>
              </a:ext>
            </a:extLst>
          </p:cNvPr>
          <p:cNvSpPr/>
          <p:nvPr/>
        </p:nvSpPr>
        <p:spPr bwMode="auto">
          <a:xfrm>
            <a:off x="5310687" y="2986689"/>
            <a:ext cx="2283914" cy="45719"/>
          </a:xfrm>
          <a:prstGeom prst="roundRect">
            <a:avLst/>
          </a:prstGeom>
          <a:solidFill>
            <a:srgbClr val="3AA7AB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marL="171450" indent="-171450" algn="ctr">
              <a:lnSpc>
                <a:spcPts val="1300"/>
              </a:lnSpc>
              <a:buClr>
                <a:srgbClr val="004D89"/>
              </a:buClr>
              <a:buSzPct val="110000"/>
              <a:buFont typeface="Wingdings" panose="05000000000000000000" pitchFamily="2" charset="2"/>
              <a:buChar char="§"/>
            </a:pPr>
            <a:endParaRPr lang="nl-BE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36B002-129C-49E4-934F-8DE0CAE2EA95}"/>
              </a:ext>
            </a:extLst>
          </p:cNvPr>
          <p:cNvSpPr txBox="1"/>
          <p:nvPr/>
        </p:nvSpPr>
        <p:spPr bwMode="auto">
          <a:xfrm>
            <a:off x="7880033" y="3039772"/>
            <a:ext cx="85671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Delta Copy Data  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FF11853-2998-4A7B-99D5-1FC16DEC0DF7}"/>
              </a:ext>
            </a:extLst>
          </p:cNvPr>
          <p:cNvSpPr/>
          <p:nvPr/>
        </p:nvSpPr>
        <p:spPr bwMode="auto">
          <a:xfrm>
            <a:off x="7916148" y="2977759"/>
            <a:ext cx="540526" cy="45719"/>
          </a:xfrm>
          <a:prstGeom prst="roundRect">
            <a:avLst/>
          </a:prstGeom>
          <a:solidFill>
            <a:srgbClr val="3AA7AB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marL="171450" indent="-171450" algn="ctr">
              <a:lnSpc>
                <a:spcPts val="1300"/>
              </a:lnSpc>
              <a:buClr>
                <a:srgbClr val="004D89"/>
              </a:buClr>
              <a:buSzPct val="110000"/>
              <a:buFont typeface="Wingdings" panose="05000000000000000000" pitchFamily="2" charset="2"/>
              <a:buChar char="§"/>
            </a:pPr>
            <a:endParaRPr lang="nl-BE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33238C2-32CC-4437-85C2-D9746435A579}"/>
              </a:ext>
            </a:extLst>
          </p:cNvPr>
          <p:cNvSpPr txBox="1"/>
          <p:nvPr/>
        </p:nvSpPr>
        <p:spPr bwMode="auto">
          <a:xfrm>
            <a:off x="8288424" y="1671988"/>
            <a:ext cx="130340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Block Edit access 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13539AE-F2B0-48AA-9983-AFC80C5D2282}"/>
              </a:ext>
            </a:extLst>
          </p:cNvPr>
          <p:cNvCxnSpPr/>
          <p:nvPr/>
        </p:nvCxnSpPr>
        <p:spPr>
          <a:xfrm>
            <a:off x="7740712" y="1922221"/>
            <a:ext cx="0" cy="44323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7" name="Group 14">
            <a:extLst>
              <a:ext uri="{FF2B5EF4-FFF2-40B4-BE49-F238E27FC236}">
                <a16:creationId xmlns:a16="http://schemas.microsoft.com/office/drawing/2014/main" id="{AFEBC95E-1E9C-494F-992B-16E4B46FACD4}"/>
              </a:ext>
            </a:extLst>
          </p:cNvPr>
          <p:cNvGrpSpPr/>
          <p:nvPr/>
        </p:nvGrpSpPr>
        <p:grpSpPr>
          <a:xfrm>
            <a:off x="8322796" y="1952001"/>
            <a:ext cx="150312" cy="393404"/>
            <a:chOff x="3530009" y="5305647"/>
            <a:chExt cx="150312" cy="393404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4109287-71CA-4164-B098-4D10E6EDFBBC}"/>
                </a:ext>
              </a:extLst>
            </p:cNvPr>
            <p:cNvCxnSpPr/>
            <p:nvPr/>
          </p:nvCxnSpPr>
          <p:spPr>
            <a:xfrm>
              <a:off x="3530009" y="5305647"/>
              <a:ext cx="0" cy="393404"/>
            </a:xfrm>
            <a:prstGeom prst="line">
              <a:avLst/>
            </a:prstGeom>
            <a:ln w="190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Flowchart: Merge 11">
              <a:extLst>
                <a:ext uri="{FF2B5EF4-FFF2-40B4-BE49-F238E27FC236}">
                  <a16:creationId xmlns:a16="http://schemas.microsoft.com/office/drawing/2014/main" id="{FB362605-CB17-43C0-830F-9D2A548704EA}"/>
                </a:ext>
              </a:extLst>
            </p:cNvPr>
            <p:cNvSpPr/>
            <p:nvPr/>
          </p:nvSpPr>
          <p:spPr>
            <a:xfrm rot="16200000">
              <a:off x="3563076" y="5294087"/>
              <a:ext cx="105625" cy="128865"/>
            </a:xfrm>
            <a:prstGeom prst="flowChartMerg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sz="1400" dirty="0"/>
            </a:p>
          </p:txBody>
        </p:sp>
      </p:grp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7D6EC8F-BAED-4BF5-BCC2-8865C6A865DF}"/>
              </a:ext>
            </a:extLst>
          </p:cNvPr>
          <p:cNvSpPr/>
          <p:nvPr/>
        </p:nvSpPr>
        <p:spPr bwMode="auto">
          <a:xfrm>
            <a:off x="8310651" y="2269427"/>
            <a:ext cx="1773623" cy="45719"/>
          </a:xfrm>
          <a:prstGeom prst="roundRect">
            <a:avLst/>
          </a:prstGeom>
          <a:solidFill>
            <a:srgbClr val="5EDC88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marL="171450" indent="-171450" algn="ctr">
              <a:lnSpc>
                <a:spcPts val="1300"/>
              </a:lnSpc>
              <a:buClr>
                <a:srgbClr val="004D89"/>
              </a:buClr>
              <a:buSzPct val="110000"/>
              <a:buFont typeface="Wingdings" panose="05000000000000000000" pitchFamily="2" charset="2"/>
              <a:buChar char="§"/>
            </a:pPr>
            <a:endParaRPr lang="nl-BE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50493F-578D-41B4-B3C0-6A0B612AA671}"/>
              </a:ext>
            </a:extLst>
          </p:cNvPr>
          <p:cNvSpPr txBox="1"/>
          <p:nvPr/>
        </p:nvSpPr>
        <p:spPr bwMode="auto">
          <a:xfrm>
            <a:off x="8714040" y="1983756"/>
            <a:ext cx="909144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Hyper Care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FD354C-7507-409C-9394-92D0E7F9BFAF}"/>
              </a:ext>
            </a:extLst>
          </p:cNvPr>
          <p:cNvSpPr txBox="1"/>
          <p:nvPr/>
        </p:nvSpPr>
        <p:spPr bwMode="auto">
          <a:xfrm>
            <a:off x="149772" y="3494250"/>
            <a:ext cx="155683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Communication + Meeting Site manager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0B90A3F-B159-4021-B834-B27103B859C6}"/>
              </a:ext>
            </a:extLst>
          </p:cNvPr>
          <p:cNvSpPr txBox="1"/>
          <p:nvPr/>
        </p:nvSpPr>
        <p:spPr bwMode="auto">
          <a:xfrm>
            <a:off x="1557828" y="3353832"/>
            <a:ext cx="1616058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Communication users 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5F8616B-6F99-406D-9CEE-CEB4DB416C17}"/>
              </a:ext>
            </a:extLst>
          </p:cNvPr>
          <p:cNvCxnSpPr>
            <a:cxnSpLocks/>
          </p:cNvCxnSpPr>
          <p:nvPr/>
        </p:nvCxnSpPr>
        <p:spPr>
          <a:xfrm flipH="1" flipV="1">
            <a:off x="1339459" y="2906598"/>
            <a:ext cx="288969" cy="58765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E189A1CD-FCCC-4F19-B622-8874A0119F96}"/>
              </a:ext>
            </a:extLst>
          </p:cNvPr>
          <p:cNvSpPr txBox="1"/>
          <p:nvPr/>
        </p:nvSpPr>
        <p:spPr bwMode="auto">
          <a:xfrm>
            <a:off x="3157325" y="3263542"/>
            <a:ext cx="50686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Com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A0D6A97-3A62-4C5A-96B8-83CFBE36505F}"/>
              </a:ext>
            </a:extLst>
          </p:cNvPr>
          <p:cNvCxnSpPr>
            <a:cxnSpLocks/>
          </p:cNvCxnSpPr>
          <p:nvPr/>
        </p:nvCxnSpPr>
        <p:spPr>
          <a:xfrm flipV="1">
            <a:off x="3157325" y="2962118"/>
            <a:ext cx="0" cy="4283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EBF640AA-569C-4DC5-AC24-6784BA019EB4}"/>
              </a:ext>
            </a:extLst>
          </p:cNvPr>
          <p:cNvSpPr txBox="1"/>
          <p:nvPr/>
        </p:nvSpPr>
        <p:spPr bwMode="auto">
          <a:xfrm>
            <a:off x="7476785" y="3380752"/>
            <a:ext cx="506862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Com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4986AB3-B0BF-4B38-9424-F11C0E6D3F58}"/>
              </a:ext>
            </a:extLst>
          </p:cNvPr>
          <p:cNvCxnSpPr>
            <a:cxnSpLocks/>
          </p:cNvCxnSpPr>
          <p:nvPr/>
        </p:nvCxnSpPr>
        <p:spPr>
          <a:xfrm flipV="1">
            <a:off x="7732245" y="2936245"/>
            <a:ext cx="0" cy="42838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5" name="Picture 104">
            <a:extLst>
              <a:ext uri="{FF2B5EF4-FFF2-40B4-BE49-F238E27FC236}">
                <a16:creationId xmlns:a16="http://schemas.microsoft.com/office/drawing/2014/main" id="{E7562C2C-8209-422E-8EBA-F59BB379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336" y="4416958"/>
            <a:ext cx="2206066" cy="1597496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155B3ABF-DC57-463C-B680-A5D0E716F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627" y="4416534"/>
            <a:ext cx="2124589" cy="1622903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534640E4-F930-4130-8BA0-0CA5402EE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916" y="4467864"/>
            <a:ext cx="2124589" cy="154565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1EF43AF2-E821-4BA1-B81A-1540984C611F}"/>
              </a:ext>
            </a:extLst>
          </p:cNvPr>
          <p:cNvSpPr txBox="1"/>
          <p:nvPr/>
        </p:nvSpPr>
        <p:spPr bwMode="auto">
          <a:xfrm>
            <a:off x="247020" y="1454304"/>
            <a:ext cx="426153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Informing </a:t>
            </a:r>
            <a:r>
              <a:rPr lang="en-US" sz="1050" dirty="0" err="1">
                <a:solidFill>
                  <a:schemeClr val="tx1">
                    <a:lumMod val="50000"/>
                  </a:schemeClr>
                </a:solidFill>
              </a:rPr>
              <a:t>Netw</a:t>
            </a:r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 : (Charles) Source and destination</a:t>
            </a:r>
          </a:p>
          <a:p>
            <a:r>
              <a:rPr lang="en-US" sz="1050" dirty="0">
                <a:solidFill>
                  <a:schemeClr val="tx1">
                    <a:lumMod val="50000"/>
                  </a:schemeClr>
                </a:solidFill>
              </a:rPr>
              <a:t>Informing End user support (Zoltan + Service Desk)  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2339E26-B594-474B-B307-EBFCBB4A6D92}"/>
              </a:ext>
            </a:extLst>
          </p:cNvPr>
          <p:cNvCxnSpPr>
            <a:cxnSpLocks/>
          </p:cNvCxnSpPr>
          <p:nvPr/>
        </p:nvCxnSpPr>
        <p:spPr>
          <a:xfrm>
            <a:off x="140770" y="1453626"/>
            <a:ext cx="0" cy="9596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AC92EBD-A445-48D2-B183-887E8531BFC3}"/>
              </a:ext>
            </a:extLst>
          </p:cNvPr>
          <p:cNvSpPr txBox="1"/>
          <p:nvPr/>
        </p:nvSpPr>
        <p:spPr>
          <a:xfrm>
            <a:off x="281518" y="870831"/>
            <a:ext cx="3978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E" sz="1400" dirty="0"/>
              <a:t>BE - B</a:t>
            </a:r>
            <a:r>
              <a:rPr lang="en-US" sz="1400" dirty="0"/>
              <a:t>e</a:t>
            </a:r>
            <a:r>
              <a:rPr lang="en-BE" sz="1400" dirty="0" err="1"/>
              <a:t>lgium</a:t>
            </a:r>
            <a:r>
              <a:rPr lang="en-BE" sz="1400" dirty="0"/>
              <a:t> </a:t>
            </a:r>
            <a:endParaRPr lang="en-GB" sz="1400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EE2CF8D8-934C-4750-AB41-C931F78B1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384008"/>
              </p:ext>
            </p:extLst>
          </p:nvPr>
        </p:nvGraphicFramePr>
        <p:xfrm>
          <a:off x="9752106" y="196793"/>
          <a:ext cx="2221727" cy="1828800"/>
        </p:xfrm>
        <a:graphic>
          <a:graphicData uri="http://schemas.openxmlformats.org/drawingml/2006/table">
            <a:tbl>
              <a:tblPr/>
              <a:tblGrid>
                <a:gridCol w="2221727">
                  <a:extLst>
                    <a:ext uri="{9D8B030D-6E8A-4147-A177-3AD203B41FA5}">
                      <a16:colId xmlns:a16="http://schemas.microsoft.com/office/drawing/2014/main" val="2535125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0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BE-DES-FIS-001 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192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BE-HQH-FIS-001 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36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sz="18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55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958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0"/>
                      <a:endParaRPr lang="en-US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2203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909D96D-9E99-4032-92D5-519A2C8D7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42" y="2390043"/>
            <a:ext cx="10300216" cy="49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873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Sibelco">
      <a:dk1>
        <a:srgbClr val="595959"/>
      </a:dk1>
      <a:lt1>
        <a:sysClr val="window" lastClr="FFFFFF"/>
      </a:lt1>
      <a:dk2>
        <a:srgbClr val="025589"/>
      </a:dk2>
      <a:lt2>
        <a:srgbClr val="E7E6E6"/>
      </a:lt2>
      <a:accent1>
        <a:srgbClr val="025589"/>
      </a:accent1>
      <a:accent2>
        <a:srgbClr val="4FAFE3"/>
      </a:accent2>
      <a:accent3>
        <a:srgbClr val="A5A5A5"/>
      </a:accent3>
      <a:accent4>
        <a:srgbClr val="7CC366"/>
      </a:accent4>
      <a:accent5>
        <a:srgbClr val="66C8CB"/>
      </a:accent5>
      <a:accent6>
        <a:srgbClr val="EC5E24"/>
      </a:accent6>
      <a:hlink>
        <a:srgbClr val="642775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Fira Sans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901_Town Hall IS v2.pptx.potx" id="{E3780B5F-2864-4CEE-8018-B7E4B40C8CEE}" vid="{CD7D590B-740B-4CEE-BC71-C18F875327B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ibelco Document" ma:contentTypeID="0x0101008CB662E91540934DB7DEF3E0ADFAAC38000AFD1D44C8981A4DA33149CFDCA8DA13" ma:contentTypeVersion="23" ma:contentTypeDescription="Content type for all Sibelco documents" ma:contentTypeScope="" ma:versionID="36f898ea39b6ec4f0c17f396099056b0">
  <xsd:schema xmlns:xsd="http://www.w3.org/2001/XMLSchema" xmlns:xs="http://www.w3.org/2001/XMLSchema" xmlns:p="http://schemas.microsoft.com/office/2006/metadata/properties" xmlns:ns2="0d578f1b-07ac-4a70-b158-4b4b40231c88" xmlns:ns3="http://schemas.microsoft.com/sharepoint/v3/fields" xmlns:ns4="2bac2b96-108e-4303-a6ac-4c327f0a5f49" xmlns:ns5="26ae1927-40e0-45cb-a541-b1eb8c2429c2" targetNamespace="http://schemas.microsoft.com/office/2006/metadata/properties" ma:root="true" ma:fieldsID="cbc0f448ea7da32ab87e3c8ae54ff5ad" ns2:_="" ns3:_="" ns4:_="" ns5:_="">
    <xsd:import namespace="0d578f1b-07ac-4a70-b158-4b4b40231c88"/>
    <xsd:import namespace="http://schemas.microsoft.com/sharepoint/v3/fields"/>
    <xsd:import namespace="2bac2b96-108e-4303-a6ac-4c327f0a5f49"/>
    <xsd:import namespace="26ae1927-40e0-45cb-a541-b1eb8c2429c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3:_Status" minOccurs="0"/>
                <xsd:element ref="ns4:h8376666572a44589528f933638908f7" minOccurs="0"/>
                <xsd:element ref="ns4:fe1fcdc0c2af4ea69ad61df5b64171c0" minOccurs="0"/>
                <xsd:element ref="ns4:af498cf026d34c7aa0c57925373771d3" minOccurs="0"/>
                <xsd:element ref="ns2:_dlc_DocId" minOccurs="0"/>
                <xsd:element ref="ns2:_dlc_DocIdUrl" minOccurs="0"/>
                <xsd:element ref="ns2:_dlc_DocIdPersistId" minOccurs="0"/>
                <xsd:element ref="ns5:MediaServiceMetadata" minOccurs="0"/>
                <xsd:element ref="ns5:MediaServiceFastMetadata" minOccurs="0"/>
                <xsd:element ref="ns5:MediaServiceDateTaken" minOccurs="0"/>
                <xsd:element ref="ns5:MediaServiceLocation" minOccurs="0"/>
                <xsd:element ref="ns5:MediaServiceGenerationTime" minOccurs="0"/>
                <xsd:element ref="ns5:MediaServiceEventHashCode" minOccurs="0"/>
                <xsd:element ref="ns5:MediaServiceAutoTags" minOccurs="0"/>
                <xsd:element ref="ns5:MediaServiceOCR" minOccurs="0"/>
                <xsd:element ref="ns2:SharedWithUsers" minOccurs="0"/>
                <xsd:element ref="ns2:SharedWithDetails" minOccurs="0"/>
                <xsd:element ref="ns5:MediaServiceAutoKeyPoints" minOccurs="0"/>
                <xsd:element ref="ns5:MediaServiceKeyPoints" minOccurs="0"/>
                <xsd:element ref="ns5:Opmerking" minOccurs="0"/>
                <xsd:element ref="ns5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578f1b-07ac-4a70-b158-4b4b40231c88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5a49788e-5253-4e7f-9beb-ef382a71c2c4}" ma:internalName="TaxCatchAll" ma:showField="CatchAllData" ma:web="0d578f1b-07ac-4a70-b158-4b4b40231c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5a49788e-5253-4e7f-9beb-ef382a71c2c4}" ma:internalName="TaxCatchAllLabel" ma:readOnly="true" ma:showField="CatchAllDataLabel" ma:web="0d578f1b-07ac-4a70-b158-4b4b40231c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7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8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9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10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ac2b96-108e-4303-a6ac-4c327f0a5f49" elementFormDefault="qualified">
    <xsd:import namespace="http://schemas.microsoft.com/office/2006/documentManagement/types"/>
    <xsd:import namespace="http://schemas.microsoft.com/office/infopath/2007/PartnerControls"/>
    <xsd:element name="h8376666572a44589528f933638908f7" ma:index="11" nillable="true" ma:taxonomy="true" ma:internalName="h8376666572a44589528f933638908f7" ma:taxonomyFieldName="Functional_x0020_Areas" ma:displayName="Functional Areas" ma:default="" ma:fieldId="{18376666-572a-4458-9528-f933638908f7}" ma:taxonomyMulti="true" ma:sspId="384da5c3-7fd2-48e1-9026-f58a6292b004" ma:termSetId="812687ef-8b51-4267-a306-ac4c5bf07d9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e1fcdc0c2af4ea69ad61df5b64171c0" ma:index="13" nillable="true" ma:taxonomy="true" ma:internalName="fe1fcdc0c2af4ea69ad61df5b64171c0" ma:taxonomyFieldName="Geographical_x0020_Areas" ma:displayName="Geographical Areas" ma:default="" ma:fieldId="{fe1fcdc0-c2af-4ea6-9ad6-1df5b64171c0}" ma:taxonomyMulti="true" ma:sspId="384da5c3-7fd2-48e1-9026-f58a6292b004" ma:termSetId="5c595a2a-758d-4ced-9900-493cc679584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f498cf026d34c7aa0c57925373771d3" ma:index="15" nillable="true" ma:taxonomy="true" ma:internalName="af498cf026d34c7aa0c57925373771d3" ma:taxonomyFieldName="Content_x0020_Language" ma:displayName="Content Language" ma:default="" ma:fieldId="{af498cf0-26d3-4c7a-a0c5-7925373771d3}" ma:sspId="384da5c3-7fd2-48e1-9026-f58a6292b004" ma:termSetId="c0f8e815-316d-4181-bb1d-2ad8ba7d5987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ae1927-40e0-45cb-a541-b1eb8c2429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26" nillable="true" ma:displayName="Tags" ma:internalName="MediaServiceAutoTags" ma:readOnly="true">
      <xsd:simpleType>
        <xsd:restriction base="dms:Text"/>
      </xsd:simple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Opmerking" ma:index="32" nillable="true" ma:displayName="Opmerking" ma:format="Dropdown" ma:internalName="Opmerking">
      <xsd:simpleType>
        <xsd:restriction base="dms:Text">
          <xsd:maxLength value="40"/>
        </xsd:restriction>
      </xsd:simpleType>
    </xsd:element>
    <xsd:element name="MediaLengthInSeconds" ma:index="3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d578f1b-07ac-4a70-b158-4b4b40231c88" xsi:nil="true"/>
    <h8376666572a44589528f933638908f7 xmlns="2bac2b96-108e-4303-a6ac-4c327f0a5f49">
      <Terms xmlns="http://schemas.microsoft.com/office/infopath/2007/PartnerControls"/>
    </h8376666572a44589528f933638908f7>
    <af498cf026d34c7aa0c57925373771d3 xmlns="2bac2b96-108e-4303-a6ac-4c327f0a5f49">
      <Terms xmlns="http://schemas.microsoft.com/office/infopath/2007/PartnerControls"/>
    </af498cf026d34c7aa0c57925373771d3>
    <_Status xmlns="http://schemas.microsoft.com/sharepoint/v3/fields">Not Started</_Status>
    <Opmerking xmlns="26ae1927-40e0-45cb-a541-b1eb8c2429c2" xsi:nil="true"/>
    <fe1fcdc0c2af4ea69ad61df5b64171c0 xmlns="2bac2b96-108e-4303-a6ac-4c327f0a5f49">
      <Terms xmlns="http://schemas.microsoft.com/office/infopath/2007/PartnerControls"/>
    </fe1fcdc0c2af4ea69ad61df5b64171c0>
    <_dlc_DocId xmlns="0d578f1b-07ac-4a70-b158-4b4b40231c88">CX5EQ5SAQ253-715687596-73465</_dlc_DocId>
    <_dlc_DocIdUrl xmlns="0d578f1b-07ac-4a70-b158-4b4b40231c88">
      <Url>https://sibelco.sharepoint.com/sites/T85/_layouts/15/DocIdRedir.aspx?ID=CX5EQ5SAQ253-715687596-73465</Url>
      <Description>CX5EQ5SAQ253-715687596-73465</Description>
    </_dlc_DocIdUrl>
    <SharedWithUsers xmlns="0d578f1b-07ac-4a70-b158-4b4b40231c88">
      <UserInfo>
        <DisplayName>Alexandru Boeru</DisplayName>
        <AccountId>134</AccountId>
        <AccountType/>
      </UserInfo>
      <UserInfo>
        <DisplayName>Wim Remes</DisplayName>
        <AccountId>758</AccountId>
        <AccountType/>
      </UserInfo>
    </SharedWithUsers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F6DD8DD-17ED-4C27-A585-C36135F02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578f1b-07ac-4a70-b158-4b4b40231c88"/>
    <ds:schemaRef ds:uri="http://schemas.microsoft.com/sharepoint/v3/fields"/>
    <ds:schemaRef ds:uri="2bac2b96-108e-4303-a6ac-4c327f0a5f49"/>
    <ds:schemaRef ds:uri="26ae1927-40e0-45cb-a541-b1eb8c2429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18D258-A629-47A8-B555-FD1DD78EAD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35EF47-4173-483E-865F-442035936231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9b56c32a-8ada-402e-8d9b-f80812fa22ff"/>
    <ds:schemaRef ds:uri="http://schemas.microsoft.com/office/2006/metadata/properties"/>
    <ds:schemaRef ds:uri="http://www.w3.org/XML/1998/namespace"/>
    <ds:schemaRef ds:uri="0d578f1b-07ac-4a70-b158-4b4b40231c88"/>
    <ds:schemaRef ds:uri="2bac2b96-108e-4303-a6ac-4c327f0a5f49"/>
    <ds:schemaRef ds:uri="http://schemas.microsoft.com/sharepoint/v3/fields"/>
    <ds:schemaRef ds:uri="26ae1927-40e0-45cb-a541-b1eb8c2429c2"/>
  </ds:schemaRefs>
</ds:datastoreItem>
</file>

<file path=customXml/itemProps4.xml><?xml version="1.0" encoding="utf-8"?>
<ds:datastoreItem xmlns:ds="http://schemas.openxmlformats.org/officeDocument/2006/customXml" ds:itemID="{BBCD62FB-E199-40DD-93CE-D8582D2F762D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95</Words>
  <Application>Microsoft Office PowerPoint</Application>
  <PresentationFormat>Widescreen</PresentationFormat>
  <Paragraphs>28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Fira Sans</vt:lpstr>
      <vt:lpstr>Wingdings</vt:lpstr>
      <vt:lpstr>1_Office Theme</vt:lpstr>
      <vt:lpstr>Custom Design</vt:lpstr>
      <vt:lpstr>HL planning FS Rat – High Prio sites </vt:lpstr>
      <vt:lpstr>SERVERS listed </vt:lpstr>
      <vt:lpstr> High-level Process &amp; communication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PPM process (training)</dc:title>
  <dc:creator>Tinne Gala</dc:creator>
  <cp:lastModifiedBy>Beyens, Vicky</cp:lastModifiedBy>
  <cp:revision>9</cp:revision>
  <dcterms:created xsi:type="dcterms:W3CDTF">2020-08-03T09:43:19Z</dcterms:created>
  <dcterms:modified xsi:type="dcterms:W3CDTF">2022-10-13T13:14:19Z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0x0101008CB662E91540934DB7DEF3E0ADFAAC38000AFD1D44C8981A4DA33149CFDCA8DA13</vt:lpwstr>
  </property>
  <property fmtid="{D5CDD505-2E9C-101B-9397-08002B2CF9AE}" pid="3" name="Content Language">
    <vt:lpwstr/>
  </property>
  <property fmtid="{D5CDD505-2E9C-101B-9397-08002B2CF9AE}" pid="4" name="Functional Areas">
    <vt:lpwstr/>
  </property>
  <property fmtid="{D5CDD505-2E9C-101B-9397-08002B2CF9AE}" pid="5" name="Geographical Areas">
    <vt:lpwstr/>
  </property>
  <property fmtid="{D5CDD505-2E9C-101B-9397-08002B2CF9AE}" pid="6" name="_dlc_DocIdItemGuid">
    <vt:lpwstr>320a889c-ad4a-453d-8bce-273861fb4cd7</vt:lpwstr>
  </property>
</Properties>
</file>