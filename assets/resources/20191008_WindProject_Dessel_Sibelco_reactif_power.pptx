
<file path=[Content_Types].xml><?xml version="1.0" encoding="utf-8"?>
<Types xmlns="http://schemas.openxmlformats.org/package/2006/content-types">
  <Default Extension="png" ContentType="image/png"/>
  <Default Extension="pdf" ContentType="application/pdf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4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5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6.xml" ContentType="application/vnd.openxmlformats-officedocument.theme+xml"/>
  <Override PartName="/ppt/slideLayouts/slideLayout13.xml" ContentType="application/vnd.openxmlformats-officedocument.presentationml.slideLayout+xml"/>
  <Override PartName="/ppt/theme/theme7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  <p:sldMasterId id="2147483749" r:id="rId2"/>
    <p:sldMasterId id="2147483752" r:id="rId3"/>
    <p:sldMasterId id="2147483755" r:id="rId4"/>
    <p:sldMasterId id="2147483758" r:id="rId5"/>
    <p:sldMasterId id="2147483761" r:id="rId6"/>
    <p:sldMasterId id="2147483651" r:id="rId7"/>
    <p:sldMasterId id="2147483663" r:id="rId8"/>
  </p:sldMasterIdLst>
  <p:notesMasterIdLst>
    <p:notesMasterId r:id="rId25"/>
  </p:notesMasterIdLst>
  <p:handoutMasterIdLst>
    <p:handoutMasterId r:id="rId26"/>
  </p:handoutMasterIdLst>
  <p:sldIdLst>
    <p:sldId id="256" r:id="rId9"/>
    <p:sldId id="257" r:id="rId10"/>
    <p:sldId id="275" r:id="rId11"/>
    <p:sldId id="290" r:id="rId12"/>
    <p:sldId id="295" r:id="rId13"/>
    <p:sldId id="296" r:id="rId14"/>
    <p:sldId id="301" r:id="rId15"/>
    <p:sldId id="300" r:id="rId16"/>
    <p:sldId id="299" r:id="rId17"/>
    <p:sldId id="289" r:id="rId18"/>
    <p:sldId id="298" r:id="rId19"/>
    <p:sldId id="292" r:id="rId20"/>
    <p:sldId id="291" r:id="rId21"/>
    <p:sldId id="297" r:id="rId22"/>
    <p:sldId id="302" r:id="rId23"/>
    <p:sldId id="303" r:id="rId24"/>
  </p:sldIdLst>
  <p:sldSz cx="9144000" cy="5143500" type="screen16x9"/>
  <p:notesSz cx="7099300" cy="10234613"/>
  <p:custDataLst>
    <p:tags r:id="rId27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bg2"/>
        </a:solidFill>
        <a:latin typeface="Arial" pitchFamily="-106" charset="0"/>
        <a:ea typeface="Arial" pitchFamily="-106" charset="0"/>
        <a:cs typeface="Arial" pitchFamily="-106" charset="0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bg2"/>
        </a:solidFill>
        <a:latin typeface="Arial" pitchFamily="-106" charset="0"/>
        <a:ea typeface="Arial" pitchFamily="-106" charset="0"/>
        <a:cs typeface="Arial" pitchFamily="-106" charset="0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bg2"/>
        </a:solidFill>
        <a:latin typeface="Arial" pitchFamily="-106" charset="0"/>
        <a:ea typeface="Arial" pitchFamily="-106" charset="0"/>
        <a:cs typeface="Arial" pitchFamily="-106" charset="0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bg2"/>
        </a:solidFill>
        <a:latin typeface="Arial" pitchFamily="-106" charset="0"/>
        <a:ea typeface="Arial" pitchFamily="-106" charset="0"/>
        <a:cs typeface="Arial" pitchFamily="-106" charset="0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bg2"/>
        </a:solidFill>
        <a:latin typeface="Arial" pitchFamily="-106" charset="0"/>
        <a:ea typeface="Arial" pitchFamily="-106" charset="0"/>
        <a:cs typeface="Arial" pitchFamily="-106" charset="0"/>
      </a:defRPr>
    </a:lvl5pPr>
    <a:lvl6pPr marL="2286000" algn="l" defTabSz="457200" rtl="0" eaLnBrk="1" latinLnBrk="0" hangingPunct="1">
      <a:defRPr sz="1000" kern="1200">
        <a:solidFill>
          <a:schemeClr val="bg2"/>
        </a:solidFill>
        <a:latin typeface="Arial" pitchFamily="-106" charset="0"/>
        <a:ea typeface="Arial" pitchFamily="-106" charset="0"/>
        <a:cs typeface="Arial" pitchFamily="-106" charset="0"/>
      </a:defRPr>
    </a:lvl6pPr>
    <a:lvl7pPr marL="2743200" algn="l" defTabSz="457200" rtl="0" eaLnBrk="1" latinLnBrk="0" hangingPunct="1">
      <a:defRPr sz="1000" kern="1200">
        <a:solidFill>
          <a:schemeClr val="bg2"/>
        </a:solidFill>
        <a:latin typeface="Arial" pitchFamily="-106" charset="0"/>
        <a:ea typeface="Arial" pitchFamily="-106" charset="0"/>
        <a:cs typeface="Arial" pitchFamily="-106" charset="0"/>
      </a:defRPr>
    </a:lvl7pPr>
    <a:lvl8pPr marL="3200400" algn="l" defTabSz="457200" rtl="0" eaLnBrk="1" latinLnBrk="0" hangingPunct="1">
      <a:defRPr sz="1000" kern="1200">
        <a:solidFill>
          <a:schemeClr val="bg2"/>
        </a:solidFill>
        <a:latin typeface="Arial" pitchFamily="-106" charset="0"/>
        <a:ea typeface="Arial" pitchFamily="-106" charset="0"/>
        <a:cs typeface="Arial" pitchFamily="-106" charset="0"/>
      </a:defRPr>
    </a:lvl8pPr>
    <a:lvl9pPr marL="3657600" algn="l" defTabSz="457200" rtl="0" eaLnBrk="1" latinLnBrk="0" hangingPunct="1">
      <a:defRPr sz="1000" kern="1200">
        <a:solidFill>
          <a:schemeClr val="bg2"/>
        </a:solidFill>
        <a:latin typeface="Arial" pitchFamily="-106" charset="0"/>
        <a:ea typeface="Arial" pitchFamily="-106" charset="0"/>
        <a:cs typeface="Arial" pitchFamily="-106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598">
          <p15:clr>
            <a:srgbClr val="A4A3A4"/>
          </p15:clr>
        </p15:guide>
        <p15:guide id="2" orient="horz" pos="1455">
          <p15:clr>
            <a:srgbClr val="A4A3A4"/>
          </p15:clr>
        </p15:guide>
        <p15:guide id="3" orient="horz" pos="1325">
          <p15:clr>
            <a:srgbClr val="A4A3A4"/>
          </p15:clr>
        </p15:guide>
        <p15:guide id="4" orient="horz" pos="3555">
          <p15:clr>
            <a:srgbClr val="A4A3A4"/>
          </p15:clr>
        </p15:guide>
        <p15:guide id="5" orient="horz" pos="18">
          <p15:clr>
            <a:srgbClr val="A4A3A4"/>
          </p15:clr>
        </p15:guide>
        <p15:guide id="6" orient="horz" pos="3065">
          <p15:clr>
            <a:srgbClr val="A4A3A4"/>
          </p15:clr>
        </p15:guide>
        <p15:guide id="7" orient="horz" pos="1941">
          <p15:clr>
            <a:srgbClr val="A4A3A4"/>
          </p15:clr>
        </p15:guide>
        <p15:guide id="8" pos="271">
          <p15:clr>
            <a:srgbClr val="A4A3A4"/>
          </p15:clr>
        </p15:guide>
        <p15:guide id="9" pos="2135">
          <p15:clr>
            <a:srgbClr val="A4A3A4"/>
          </p15:clr>
        </p15:guide>
        <p15:guide id="10" pos="3436">
          <p15:clr>
            <a:srgbClr val="A4A3A4"/>
          </p15:clr>
        </p15:guide>
        <p15:guide id="11" pos="5481">
          <p15:clr>
            <a:srgbClr val="A4A3A4"/>
          </p15:clr>
        </p15:guide>
        <p15:guide id="12" pos="394">
          <p15:clr>
            <a:srgbClr val="A4A3A4"/>
          </p15:clr>
        </p15:guide>
        <p15:guide id="13" pos="2473">
          <p15:clr>
            <a:srgbClr val="A4A3A4"/>
          </p15:clr>
        </p15:guide>
        <p15:guide id="14" pos="301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6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9A93E"/>
    <a:srgbClr val="C4D600"/>
    <a:srgbClr val="E75113"/>
    <a:srgbClr val="E09E00"/>
    <a:srgbClr val="FE5815"/>
    <a:srgbClr val="B0C700"/>
    <a:srgbClr val="006AB3"/>
    <a:srgbClr val="F79D00"/>
    <a:srgbClr val="D32BC7"/>
    <a:srgbClr val="921E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48" autoAdjust="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484" y="64"/>
      </p:cViewPr>
      <p:guideLst>
        <p:guide orient="horz" pos="1598"/>
        <p:guide orient="horz" pos="1455"/>
        <p:guide orient="horz" pos="1325"/>
        <p:guide orient="horz" pos="3555"/>
        <p:guide orient="horz" pos="18"/>
        <p:guide orient="horz" pos="3065"/>
        <p:guide orient="horz" pos="1941"/>
        <p:guide pos="271"/>
        <p:guide pos="2135"/>
        <p:guide pos="3436"/>
        <p:guide pos="5481"/>
        <p:guide pos="394"/>
        <p:guide pos="2473"/>
        <p:guide pos="3017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84" d="100"/>
          <a:sy n="84" d="100"/>
        </p:scale>
        <p:origin x="-1884" y="-78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3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presProps" Target="presProps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tags" Target="tags/tag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>
              <a:defRPr sz="1300">
                <a:solidFill>
                  <a:schemeClr val="tx1"/>
                </a:solidFill>
              </a:defRPr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>
              <a:defRPr sz="1300">
                <a:solidFill>
                  <a:schemeClr val="tx1"/>
                </a:solidFill>
              </a:defRPr>
            </a:lvl1pPr>
          </a:lstStyle>
          <a:p>
            <a:fld id="{B34C8F8B-FE4F-964E-AE49-4B6C27FFF62D}" type="datetime1">
              <a:rPr lang="en-US" smtClean="0"/>
              <a:pPr/>
              <a:t>10/8/2019</a:t>
            </a:fld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>
              <a:defRPr sz="1300">
                <a:solidFill>
                  <a:schemeClr val="tx1"/>
                </a:solidFill>
              </a:defRPr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>
              <a:defRPr sz="1300">
                <a:solidFill>
                  <a:schemeClr val="tx1"/>
                </a:solidFill>
              </a:defRPr>
            </a:lvl1pPr>
          </a:lstStyle>
          <a:p>
            <a:fld id="{259CA680-DC82-2E43-9C45-AEB6542F3C41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1944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>
              <a:defRPr sz="1300">
                <a:solidFill>
                  <a:schemeClr val="tx1"/>
                </a:solidFill>
              </a:defRPr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>
              <a:defRPr sz="1300">
                <a:solidFill>
                  <a:schemeClr val="tx1"/>
                </a:solidFill>
              </a:defRPr>
            </a:lvl1pPr>
          </a:lstStyle>
          <a:p>
            <a:fld id="{E93CDAFE-0148-794B-9DA7-355FCF7D13FD}" type="datetime1">
              <a:rPr lang="en-US" smtClean="0"/>
              <a:pPr/>
              <a:t>10/8/2019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9048" tIns="49524" rIns="99048" bIns="49524" numCol="1" anchor="ctr" anchorCtr="0" compatLnSpc="1">
            <a:prstTxWarp prst="textNoShape">
              <a:avLst/>
            </a:prstTxWarp>
          </a:bodyPr>
          <a:lstStyle/>
          <a:p>
            <a:pPr lvl="0"/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/>
              <a:t>Cliquez pour modifier les styles du texte du masque</a:t>
            </a:r>
          </a:p>
          <a:p>
            <a:pPr lvl="1"/>
            <a:r>
              <a:rPr lang="en-US"/>
              <a:t>Deuxième niveau</a:t>
            </a:r>
          </a:p>
          <a:p>
            <a:pPr lvl="2"/>
            <a:r>
              <a:rPr lang="en-US"/>
              <a:t>Troisième niveau</a:t>
            </a:r>
          </a:p>
          <a:p>
            <a:pPr lvl="3"/>
            <a:r>
              <a:rPr lang="en-US"/>
              <a:t>Quatrième niveau</a:t>
            </a:r>
          </a:p>
          <a:p>
            <a:pPr lvl="4"/>
            <a:r>
              <a:rPr lang="en-US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>
              <a:defRPr sz="1300">
                <a:solidFill>
                  <a:schemeClr val="tx1"/>
                </a:solidFill>
              </a:defRPr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>
              <a:defRPr sz="1300">
                <a:solidFill>
                  <a:schemeClr val="tx1"/>
                </a:solidFill>
              </a:defRPr>
            </a:lvl1pPr>
          </a:lstStyle>
          <a:p>
            <a:fld id="{BEEA0200-F3C2-264F-8AB1-98D371BCAC3C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30199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Arial" charset="0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Arial" charset="0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Arial" charset="0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Arial" charset="0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Arial" charset="0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EA0200-F3C2-264F-8AB1-98D371BCAC3C}" type="slidenum">
              <a:rPr lang="fr-FR" smtClean="0"/>
              <a:pPr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40558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3"/>
          <p:cNvSpPr>
            <a:spLocks noGrp="1"/>
          </p:cNvSpPr>
          <p:nvPr>
            <p:ph type="title"/>
          </p:nvPr>
        </p:nvSpPr>
        <p:spPr>
          <a:xfrm>
            <a:off x="866775" y="1577578"/>
            <a:ext cx="5191125" cy="1908572"/>
          </a:xfrm>
          <a:prstGeom prst="rect">
            <a:avLst/>
          </a:prstGeom>
        </p:spPr>
        <p:txBody>
          <a:bodyPr/>
          <a:lstStyle>
            <a:lvl1pPr>
              <a:lnSpc>
                <a:spcPts val="3800"/>
              </a:lnSpc>
              <a:defRPr sz="3400" cap="all" baseline="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BE" dirty="0"/>
          </a:p>
        </p:txBody>
      </p:sp>
      <p:sp>
        <p:nvSpPr>
          <p:cNvPr id="4" name="ZoneTexte 3"/>
          <p:cNvSpPr txBox="1"/>
          <p:nvPr userDrawn="1"/>
        </p:nvSpPr>
        <p:spPr>
          <a:xfrm>
            <a:off x="866776" y="4386263"/>
            <a:ext cx="18192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EF9A19C-0163-462B-8CCA-141D85015A45}" type="datetime1">
              <a:rPr lang="fr-BE" smtClean="0">
                <a:solidFill>
                  <a:schemeClr val="bg1"/>
                </a:solidFill>
              </a:rPr>
              <a:pPr/>
              <a:t>08-10-19</a:t>
            </a:fld>
            <a:endParaRPr lang="fr-BE" dirty="0">
              <a:solidFill>
                <a:schemeClr val="bg1"/>
              </a:solidFill>
            </a:endParaRPr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10"/>
          </p:nvPr>
        </p:nvSpPr>
        <p:spPr>
          <a:xfrm>
            <a:off x="866775" y="3600450"/>
            <a:ext cx="5010150" cy="77152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  <a:lvl2pPr marL="539750" indent="0">
              <a:buFontTx/>
              <a:buNone/>
              <a:defRPr>
                <a:solidFill>
                  <a:schemeClr val="bg1"/>
                </a:solidFill>
              </a:defRPr>
            </a:lvl2pPr>
            <a:lvl3pPr marL="1004888" indent="0">
              <a:buFontTx/>
              <a:buNone/>
              <a:defRPr>
                <a:solidFill>
                  <a:schemeClr val="bg1"/>
                </a:solidFill>
              </a:defRPr>
            </a:lvl3pPr>
            <a:lvl4pPr marL="1412875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616444244"/>
      </p:ext>
    </p:extLst>
  </p:cSld>
  <p:clrMapOvr>
    <a:masterClrMapping/>
  </p:clrMapOvr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3"/>
          <p:cNvSpPr>
            <a:spLocks noGrp="1"/>
          </p:cNvSpPr>
          <p:nvPr>
            <p:ph type="title"/>
          </p:nvPr>
        </p:nvSpPr>
        <p:spPr>
          <a:xfrm>
            <a:off x="866775" y="1577578"/>
            <a:ext cx="7093884" cy="1908572"/>
          </a:xfrm>
          <a:prstGeom prst="rect">
            <a:avLst/>
          </a:prstGeom>
        </p:spPr>
        <p:txBody>
          <a:bodyPr/>
          <a:lstStyle>
            <a:lvl1pPr>
              <a:lnSpc>
                <a:spcPts val="3800"/>
              </a:lnSpc>
              <a:defRPr sz="3400" cap="all" baseline="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BE" dirty="0"/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10"/>
          </p:nvPr>
        </p:nvSpPr>
        <p:spPr>
          <a:xfrm>
            <a:off x="866775" y="3600450"/>
            <a:ext cx="5010150" cy="77152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  <a:lvl2pPr marL="539750" indent="0">
              <a:buFontTx/>
              <a:buNone/>
              <a:defRPr>
                <a:solidFill>
                  <a:schemeClr val="bg1"/>
                </a:solidFill>
              </a:defRPr>
            </a:lvl2pPr>
            <a:lvl3pPr marL="1004888" indent="0">
              <a:buFontTx/>
              <a:buNone/>
              <a:defRPr>
                <a:solidFill>
                  <a:schemeClr val="bg1"/>
                </a:solidFill>
              </a:defRPr>
            </a:lvl3pPr>
            <a:lvl4pPr marL="1412875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272035067"/>
      </p:ext>
    </p:extLst>
  </p:cSld>
  <p:clrMapOvr>
    <a:masterClrMapping/>
  </p:clrMapOvr>
  <p:hf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3"/>
          <p:cNvSpPr>
            <a:spLocks noGrp="1"/>
          </p:cNvSpPr>
          <p:nvPr>
            <p:ph type="title"/>
          </p:nvPr>
        </p:nvSpPr>
        <p:spPr>
          <a:xfrm>
            <a:off x="866775" y="1577578"/>
            <a:ext cx="5191125" cy="1908572"/>
          </a:xfrm>
          <a:prstGeom prst="rect">
            <a:avLst/>
          </a:prstGeom>
        </p:spPr>
        <p:txBody>
          <a:bodyPr/>
          <a:lstStyle>
            <a:lvl1pPr>
              <a:lnSpc>
                <a:spcPts val="3800"/>
              </a:lnSpc>
              <a:defRPr sz="34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fr-BE" dirty="0"/>
          </a:p>
        </p:txBody>
      </p:sp>
      <p:sp>
        <p:nvSpPr>
          <p:cNvPr id="4" name="ZoneTexte 3"/>
          <p:cNvSpPr txBox="1"/>
          <p:nvPr userDrawn="1"/>
        </p:nvSpPr>
        <p:spPr>
          <a:xfrm>
            <a:off x="866776" y="4386263"/>
            <a:ext cx="18192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EF9A19C-0163-462B-8CCA-141D85015A45}" type="datetime1">
              <a:rPr lang="fr-BE" smtClean="0">
                <a:solidFill>
                  <a:schemeClr val="bg1"/>
                </a:solidFill>
              </a:rPr>
              <a:pPr/>
              <a:t>08-10-19</a:t>
            </a:fld>
            <a:endParaRPr lang="fr-BE" dirty="0">
              <a:solidFill>
                <a:schemeClr val="bg1"/>
              </a:solidFill>
            </a:endParaRPr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10"/>
          </p:nvPr>
        </p:nvSpPr>
        <p:spPr>
          <a:xfrm>
            <a:off x="866775" y="3600450"/>
            <a:ext cx="5010150" cy="77152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  <a:lvl2pPr marL="539750" indent="0">
              <a:buFontTx/>
              <a:buNone/>
              <a:defRPr>
                <a:solidFill>
                  <a:schemeClr val="bg1"/>
                </a:solidFill>
              </a:defRPr>
            </a:lvl2pPr>
            <a:lvl3pPr marL="1004888" indent="0">
              <a:buFontTx/>
              <a:buNone/>
              <a:defRPr>
                <a:solidFill>
                  <a:schemeClr val="bg1"/>
                </a:solidFill>
              </a:defRPr>
            </a:lvl3pPr>
            <a:lvl4pPr marL="1412875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01093862"/>
      </p:ext>
    </p:extLst>
  </p:cSld>
  <p:clrMapOvr>
    <a:masterClrMapping/>
  </p:clrMapOvr>
  <p:hf sldNum="0"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3"/>
          <p:cNvSpPr>
            <a:spLocks noGrp="1"/>
          </p:cNvSpPr>
          <p:nvPr>
            <p:ph type="title"/>
          </p:nvPr>
        </p:nvSpPr>
        <p:spPr>
          <a:xfrm>
            <a:off x="866775" y="1577578"/>
            <a:ext cx="7093884" cy="1908572"/>
          </a:xfrm>
          <a:prstGeom prst="rect">
            <a:avLst/>
          </a:prstGeom>
        </p:spPr>
        <p:txBody>
          <a:bodyPr/>
          <a:lstStyle>
            <a:lvl1pPr>
              <a:lnSpc>
                <a:spcPts val="3800"/>
              </a:lnSpc>
              <a:defRPr sz="34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fr-BE" dirty="0"/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10"/>
          </p:nvPr>
        </p:nvSpPr>
        <p:spPr>
          <a:xfrm>
            <a:off x="866775" y="3600450"/>
            <a:ext cx="5010150" cy="77152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  <a:lvl2pPr marL="539750" indent="0">
              <a:buFontTx/>
              <a:buNone/>
              <a:defRPr>
                <a:solidFill>
                  <a:schemeClr val="bg1"/>
                </a:solidFill>
              </a:defRPr>
            </a:lvl2pPr>
            <a:lvl3pPr marL="1004888" indent="0">
              <a:buFontTx/>
              <a:buNone/>
              <a:defRPr>
                <a:solidFill>
                  <a:schemeClr val="bg1"/>
                </a:solidFill>
              </a:defRPr>
            </a:lvl3pPr>
            <a:lvl4pPr marL="1412875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81207205"/>
      </p:ext>
    </p:extLst>
  </p:cSld>
  <p:clrMapOvr>
    <a:masterClrMapping/>
  </p:clrMapOvr>
  <p:hf sldNum="0"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3"/>
          <p:cNvSpPr>
            <a:spLocks noGrp="1"/>
          </p:cNvSpPr>
          <p:nvPr>
            <p:ph type="title"/>
          </p:nvPr>
        </p:nvSpPr>
        <p:spPr>
          <a:xfrm>
            <a:off x="866775" y="1577578"/>
            <a:ext cx="5191125" cy="1908572"/>
          </a:xfrm>
          <a:prstGeom prst="rect">
            <a:avLst/>
          </a:prstGeom>
        </p:spPr>
        <p:txBody>
          <a:bodyPr/>
          <a:lstStyle>
            <a:lvl1pPr>
              <a:lnSpc>
                <a:spcPts val="3800"/>
              </a:lnSpc>
              <a:defRPr sz="34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fr-BE" dirty="0"/>
          </a:p>
        </p:txBody>
      </p:sp>
      <p:sp>
        <p:nvSpPr>
          <p:cNvPr id="4" name="ZoneTexte 3"/>
          <p:cNvSpPr txBox="1"/>
          <p:nvPr userDrawn="1"/>
        </p:nvSpPr>
        <p:spPr>
          <a:xfrm>
            <a:off x="866776" y="4386263"/>
            <a:ext cx="18192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EF9A19C-0163-462B-8CCA-141D85015A45}" type="datetime1">
              <a:rPr lang="fr-BE" smtClean="0">
                <a:solidFill>
                  <a:schemeClr val="bg1"/>
                </a:solidFill>
              </a:rPr>
              <a:pPr/>
              <a:t>08-10-19</a:t>
            </a:fld>
            <a:endParaRPr lang="fr-BE" dirty="0">
              <a:solidFill>
                <a:schemeClr val="bg1"/>
              </a:solidFill>
            </a:endParaRPr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10"/>
          </p:nvPr>
        </p:nvSpPr>
        <p:spPr>
          <a:xfrm>
            <a:off x="866775" y="3600450"/>
            <a:ext cx="5010150" cy="77152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  <a:lvl2pPr marL="539750" indent="0">
              <a:buFontTx/>
              <a:buNone/>
              <a:defRPr>
                <a:solidFill>
                  <a:schemeClr val="bg1"/>
                </a:solidFill>
              </a:defRPr>
            </a:lvl2pPr>
            <a:lvl3pPr marL="1004888" indent="0">
              <a:buFontTx/>
              <a:buNone/>
              <a:defRPr>
                <a:solidFill>
                  <a:schemeClr val="bg1"/>
                </a:solidFill>
              </a:defRPr>
            </a:lvl3pPr>
            <a:lvl4pPr marL="1412875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282520"/>
      </p:ext>
    </p:extLst>
  </p:cSld>
  <p:clrMapOvr>
    <a:masterClrMapping/>
  </p:clrMapOvr>
  <p:hf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3"/>
          <p:cNvSpPr>
            <a:spLocks noGrp="1"/>
          </p:cNvSpPr>
          <p:nvPr>
            <p:ph type="title"/>
          </p:nvPr>
        </p:nvSpPr>
        <p:spPr>
          <a:xfrm>
            <a:off x="866775" y="1577578"/>
            <a:ext cx="7093884" cy="1908572"/>
          </a:xfrm>
          <a:prstGeom prst="rect">
            <a:avLst/>
          </a:prstGeom>
        </p:spPr>
        <p:txBody>
          <a:bodyPr/>
          <a:lstStyle>
            <a:lvl1pPr>
              <a:lnSpc>
                <a:spcPts val="3800"/>
              </a:lnSpc>
              <a:defRPr sz="34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fr-BE" dirty="0"/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10"/>
          </p:nvPr>
        </p:nvSpPr>
        <p:spPr>
          <a:xfrm>
            <a:off x="866775" y="3600450"/>
            <a:ext cx="5010150" cy="77152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  <a:lvl2pPr marL="539750" indent="0">
              <a:buFontTx/>
              <a:buNone/>
              <a:defRPr>
                <a:solidFill>
                  <a:schemeClr val="bg1"/>
                </a:solidFill>
              </a:defRPr>
            </a:lvl2pPr>
            <a:lvl3pPr marL="1004888" indent="0">
              <a:buFontTx/>
              <a:buNone/>
              <a:defRPr>
                <a:solidFill>
                  <a:schemeClr val="bg1"/>
                </a:solidFill>
              </a:defRPr>
            </a:lvl3pPr>
            <a:lvl4pPr marL="1412875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3210805"/>
      </p:ext>
    </p:extLst>
  </p:cSld>
  <p:clrMapOvr>
    <a:masterClrMapping/>
  </p:clrMapOvr>
  <p:hf sldNum="0"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3"/>
          <p:cNvSpPr>
            <a:spLocks noGrp="1"/>
          </p:cNvSpPr>
          <p:nvPr>
            <p:ph type="title"/>
          </p:nvPr>
        </p:nvSpPr>
        <p:spPr>
          <a:xfrm>
            <a:off x="866775" y="1577578"/>
            <a:ext cx="5191125" cy="1908572"/>
          </a:xfrm>
          <a:prstGeom prst="rect">
            <a:avLst/>
          </a:prstGeom>
        </p:spPr>
        <p:txBody>
          <a:bodyPr/>
          <a:lstStyle>
            <a:lvl1pPr>
              <a:lnSpc>
                <a:spcPts val="3800"/>
              </a:lnSpc>
              <a:defRPr sz="34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fr-BE" dirty="0"/>
          </a:p>
        </p:txBody>
      </p:sp>
      <p:sp>
        <p:nvSpPr>
          <p:cNvPr id="4" name="ZoneTexte 3"/>
          <p:cNvSpPr txBox="1"/>
          <p:nvPr userDrawn="1"/>
        </p:nvSpPr>
        <p:spPr>
          <a:xfrm>
            <a:off x="866776" y="4386263"/>
            <a:ext cx="18192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EF9A19C-0163-462B-8CCA-141D85015A45}" type="datetime1">
              <a:rPr lang="fr-BE" smtClean="0">
                <a:solidFill>
                  <a:schemeClr val="bg1"/>
                </a:solidFill>
              </a:rPr>
              <a:pPr/>
              <a:t>08-10-19</a:t>
            </a:fld>
            <a:endParaRPr lang="fr-BE" dirty="0">
              <a:solidFill>
                <a:schemeClr val="bg1"/>
              </a:solidFill>
            </a:endParaRPr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10"/>
          </p:nvPr>
        </p:nvSpPr>
        <p:spPr>
          <a:xfrm>
            <a:off x="866775" y="3600450"/>
            <a:ext cx="5010150" cy="77152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  <a:lvl2pPr marL="539750" indent="0">
              <a:buFontTx/>
              <a:buNone/>
              <a:defRPr>
                <a:solidFill>
                  <a:schemeClr val="bg1"/>
                </a:solidFill>
              </a:defRPr>
            </a:lvl2pPr>
            <a:lvl3pPr marL="1004888" indent="0">
              <a:buFontTx/>
              <a:buNone/>
              <a:defRPr>
                <a:solidFill>
                  <a:schemeClr val="bg1"/>
                </a:solidFill>
              </a:defRPr>
            </a:lvl3pPr>
            <a:lvl4pPr marL="1412875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4062119"/>
      </p:ext>
    </p:extLst>
  </p:cSld>
  <p:clrMapOvr>
    <a:masterClrMapping/>
  </p:clrMapOvr>
  <p:hf sldNum="0"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3"/>
          <p:cNvSpPr>
            <a:spLocks noGrp="1"/>
          </p:cNvSpPr>
          <p:nvPr>
            <p:ph type="title"/>
          </p:nvPr>
        </p:nvSpPr>
        <p:spPr>
          <a:xfrm>
            <a:off x="866775" y="1577578"/>
            <a:ext cx="7093884" cy="1908572"/>
          </a:xfrm>
          <a:prstGeom prst="rect">
            <a:avLst/>
          </a:prstGeom>
        </p:spPr>
        <p:txBody>
          <a:bodyPr/>
          <a:lstStyle>
            <a:lvl1pPr>
              <a:lnSpc>
                <a:spcPts val="3800"/>
              </a:lnSpc>
              <a:defRPr sz="34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fr-BE" dirty="0"/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10"/>
          </p:nvPr>
        </p:nvSpPr>
        <p:spPr>
          <a:xfrm>
            <a:off x="866775" y="3600450"/>
            <a:ext cx="5010150" cy="77152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  <a:lvl2pPr marL="539750" indent="0">
              <a:buFontTx/>
              <a:buNone/>
              <a:defRPr>
                <a:solidFill>
                  <a:schemeClr val="bg1"/>
                </a:solidFill>
              </a:defRPr>
            </a:lvl2pPr>
            <a:lvl3pPr marL="1004888" indent="0">
              <a:buFontTx/>
              <a:buNone/>
              <a:defRPr>
                <a:solidFill>
                  <a:schemeClr val="bg1"/>
                </a:solidFill>
              </a:defRPr>
            </a:lvl3pPr>
            <a:lvl4pPr marL="1412875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59682505"/>
      </p:ext>
    </p:extLst>
  </p:cSld>
  <p:clrMapOvr>
    <a:masterClrMapping/>
  </p:clrMapOvr>
  <p:hf sldNum="0"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3"/>
          <p:cNvSpPr>
            <a:spLocks noGrp="1"/>
          </p:cNvSpPr>
          <p:nvPr>
            <p:ph type="title"/>
          </p:nvPr>
        </p:nvSpPr>
        <p:spPr>
          <a:xfrm>
            <a:off x="866775" y="1577578"/>
            <a:ext cx="5191125" cy="1908572"/>
          </a:xfrm>
          <a:prstGeom prst="rect">
            <a:avLst/>
          </a:prstGeom>
        </p:spPr>
        <p:txBody>
          <a:bodyPr/>
          <a:lstStyle>
            <a:lvl1pPr>
              <a:lnSpc>
                <a:spcPts val="3800"/>
              </a:lnSpc>
              <a:defRPr sz="34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fr-BE" dirty="0"/>
          </a:p>
        </p:txBody>
      </p:sp>
      <p:sp>
        <p:nvSpPr>
          <p:cNvPr id="4" name="ZoneTexte 3"/>
          <p:cNvSpPr txBox="1"/>
          <p:nvPr userDrawn="1"/>
        </p:nvSpPr>
        <p:spPr>
          <a:xfrm>
            <a:off x="866776" y="4386263"/>
            <a:ext cx="18192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EF9A19C-0163-462B-8CCA-141D85015A45}" type="datetime1">
              <a:rPr lang="fr-BE" smtClean="0">
                <a:solidFill>
                  <a:schemeClr val="bg1"/>
                </a:solidFill>
              </a:rPr>
              <a:pPr/>
              <a:t>08-10-19</a:t>
            </a:fld>
            <a:endParaRPr lang="fr-BE" dirty="0">
              <a:solidFill>
                <a:schemeClr val="bg1"/>
              </a:solidFill>
            </a:endParaRPr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10"/>
          </p:nvPr>
        </p:nvSpPr>
        <p:spPr>
          <a:xfrm>
            <a:off x="866775" y="3600450"/>
            <a:ext cx="5010150" cy="77152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  <a:lvl2pPr marL="539750" indent="0">
              <a:buFontTx/>
              <a:buNone/>
              <a:defRPr>
                <a:solidFill>
                  <a:schemeClr val="bg1"/>
                </a:solidFill>
              </a:defRPr>
            </a:lvl2pPr>
            <a:lvl3pPr marL="1004888" indent="0">
              <a:buFontTx/>
              <a:buNone/>
              <a:defRPr>
                <a:solidFill>
                  <a:schemeClr val="bg1"/>
                </a:solidFill>
              </a:defRPr>
            </a:lvl3pPr>
            <a:lvl4pPr marL="1412875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48157686"/>
      </p:ext>
    </p:extLst>
  </p:cSld>
  <p:clrMapOvr>
    <a:masterClrMapping/>
  </p:clrMapOvr>
  <p:hf sldNum="0"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3"/>
          <p:cNvSpPr>
            <a:spLocks noGrp="1"/>
          </p:cNvSpPr>
          <p:nvPr>
            <p:ph type="title"/>
          </p:nvPr>
        </p:nvSpPr>
        <p:spPr>
          <a:xfrm>
            <a:off x="866775" y="1577578"/>
            <a:ext cx="7093884" cy="1908572"/>
          </a:xfrm>
          <a:prstGeom prst="rect">
            <a:avLst/>
          </a:prstGeom>
        </p:spPr>
        <p:txBody>
          <a:bodyPr/>
          <a:lstStyle>
            <a:lvl1pPr>
              <a:lnSpc>
                <a:spcPts val="3800"/>
              </a:lnSpc>
              <a:defRPr sz="34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fr-BE" dirty="0"/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10"/>
          </p:nvPr>
        </p:nvSpPr>
        <p:spPr>
          <a:xfrm>
            <a:off x="866775" y="3600450"/>
            <a:ext cx="5010150" cy="77152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  <a:lvl2pPr marL="539750" indent="0">
              <a:buFontTx/>
              <a:buNone/>
              <a:defRPr>
                <a:solidFill>
                  <a:schemeClr val="bg1"/>
                </a:solidFill>
              </a:defRPr>
            </a:lvl2pPr>
            <a:lvl3pPr marL="1004888" indent="0">
              <a:buFontTx/>
              <a:buNone/>
              <a:defRPr>
                <a:solidFill>
                  <a:schemeClr val="bg1"/>
                </a:solidFill>
              </a:defRPr>
            </a:lvl3pPr>
            <a:lvl4pPr marL="1412875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51446189"/>
      </p:ext>
    </p:extLst>
  </p:cSld>
  <p:clrMapOvr>
    <a:masterClrMapping/>
  </p:clrMapOvr>
  <p:hf sldNum="0"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3"/>
          <p:cNvSpPr>
            <a:spLocks noGrp="1"/>
          </p:cNvSpPr>
          <p:nvPr>
            <p:ph type="title"/>
          </p:nvPr>
        </p:nvSpPr>
        <p:spPr>
          <a:xfrm>
            <a:off x="866775" y="1577578"/>
            <a:ext cx="5191125" cy="1908572"/>
          </a:xfrm>
          <a:prstGeom prst="rect">
            <a:avLst/>
          </a:prstGeom>
        </p:spPr>
        <p:txBody>
          <a:bodyPr/>
          <a:lstStyle>
            <a:lvl1pPr>
              <a:lnSpc>
                <a:spcPts val="3800"/>
              </a:lnSpc>
              <a:defRPr sz="34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fr-BE" dirty="0"/>
          </a:p>
        </p:txBody>
      </p:sp>
      <p:sp>
        <p:nvSpPr>
          <p:cNvPr id="4" name="ZoneTexte 3"/>
          <p:cNvSpPr txBox="1"/>
          <p:nvPr userDrawn="1"/>
        </p:nvSpPr>
        <p:spPr>
          <a:xfrm>
            <a:off x="866776" y="4386263"/>
            <a:ext cx="18192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EF9A19C-0163-462B-8CCA-141D85015A45}" type="datetime1">
              <a:rPr lang="fr-BE" smtClean="0">
                <a:solidFill>
                  <a:schemeClr val="bg1"/>
                </a:solidFill>
              </a:rPr>
              <a:pPr/>
              <a:t>08-10-19</a:t>
            </a:fld>
            <a:endParaRPr lang="fr-BE" dirty="0">
              <a:solidFill>
                <a:schemeClr val="bg1"/>
              </a:solidFill>
            </a:endParaRPr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10"/>
          </p:nvPr>
        </p:nvSpPr>
        <p:spPr>
          <a:xfrm>
            <a:off x="866775" y="3600450"/>
            <a:ext cx="5010150" cy="77152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  <a:lvl2pPr marL="539750" indent="0">
              <a:buFontTx/>
              <a:buNone/>
              <a:defRPr>
                <a:solidFill>
                  <a:schemeClr val="bg1"/>
                </a:solidFill>
              </a:defRPr>
            </a:lvl2pPr>
            <a:lvl3pPr marL="1004888" indent="0">
              <a:buFontTx/>
              <a:buNone/>
              <a:defRPr>
                <a:solidFill>
                  <a:schemeClr val="bg1"/>
                </a:solidFill>
              </a:defRPr>
            </a:lvl3pPr>
            <a:lvl4pPr marL="1412875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61162575"/>
      </p:ext>
    </p:extLst>
  </p:cSld>
  <p:clrMapOvr>
    <a:masterClrMapping/>
  </p:clrMapOvr>
  <p:hf sldNum="0"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3"/>
          <p:cNvSpPr>
            <a:spLocks noGrp="1"/>
          </p:cNvSpPr>
          <p:nvPr>
            <p:ph type="title"/>
          </p:nvPr>
        </p:nvSpPr>
        <p:spPr>
          <a:xfrm>
            <a:off x="866775" y="1577578"/>
            <a:ext cx="7093884" cy="1908572"/>
          </a:xfrm>
          <a:prstGeom prst="rect">
            <a:avLst/>
          </a:prstGeom>
        </p:spPr>
        <p:txBody>
          <a:bodyPr/>
          <a:lstStyle>
            <a:lvl1pPr>
              <a:lnSpc>
                <a:spcPts val="3800"/>
              </a:lnSpc>
              <a:defRPr sz="34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fr-BE" dirty="0"/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10"/>
          </p:nvPr>
        </p:nvSpPr>
        <p:spPr>
          <a:xfrm>
            <a:off x="866775" y="3600450"/>
            <a:ext cx="5010150" cy="77152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  <a:lvl2pPr marL="539750" indent="0">
              <a:buFontTx/>
              <a:buNone/>
              <a:defRPr>
                <a:solidFill>
                  <a:schemeClr val="bg1"/>
                </a:solidFill>
              </a:defRPr>
            </a:lvl2pPr>
            <a:lvl3pPr marL="1004888" indent="0">
              <a:buFontTx/>
              <a:buNone/>
              <a:defRPr>
                <a:solidFill>
                  <a:schemeClr val="bg1"/>
                </a:solidFill>
              </a:defRPr>
            </a:lvl3pPr>
            <a:lvl4pPr marL="1412875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87201803"/>
      </p:ext>
    </p:extLst>
  </p:cSld>
  <p:clrMapOvr>
    <a:masterClrMapping/>
  </p:clrMapOvr>
  <p:hf sldNum="0" hdr="0" ft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_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/>
          <p:cNvSpPr>
            <a:spLocks noGrp="1"/>
          </p:cNvSpPr>
          <p:nvPr>
            <p:ph type="ctrTitle"/>
          </p:nvPr>
        </p:nvSpPr>
        <p:spPr>
          <a:xfrm>
            <a:off x="457198" y="1196975"/>
            <a:ext cx="4391025" cy="1374775"/>
          </a:xfrm>
          <a:prstGeom prst="rect">
            <a:avLst/>
          </a:prstGeom>
        </p:spPr>
        <p:txBody>
          <a:bodyPr/>
          <a:lstStyle>
            <a:lvl1pPr algn="l">
              <a:defRPr sz="2800" cap="all">
                <a:solidFill>
                  <a:srgbClr val="FE5815"/>
                </a:solidFill>
              </a:defRPr>
            </a:lvl1pPr>
          </a:lstStyle>
          <a:p>
            <a:endParaRPr lang="en-US" noProof="0" dirty="0"/>
          </a:p>
        </p:txBody>
      </p:sp>
      <p:sp>
        <p:nvSpPr>
          <p:cNvPr id="7" name="Espace réservé du contenu 2"/>
          <p:cNvSpPr>
            <a:spLocks noGrp="1"/>
          </p:cNvSpPr>
          <p:nvPr>
            <p:ph sz="half" idx="1" hasCustomPrompt="1"/>
          </p:nvPr>
        </p:nvSpPr>
        <p:spPr>
          <a:xfrm>
            <a:off x="457198" y="2774951"/>
            <a:ext cx="4391025" cy="1863724"/>
          </a:xfrm>
          <a:prstGeom prst="rect">
            <a:avLst/>
          </a:prstGeom>
        </p:spPr>
        <p:txBody>
          <a:bodyPr/>
          <a:lstStyle>
            <a:lvl1pPr marL="288000" indent="-288000">
              <a:lnSpc>
                <a:spcPct val="100000"/>
              </a:lnSpc>
              <a:spcBef>
                <a:spcPts val="400"/>
              </a:spcBef>
              <a:buClr>
                <a:srgbClr val="FE5815"/>
              </a:buClr>
              <a:buSzPct val="100000"/>
              <a:buFont typeface="Arial" pitchFamily="34" charset="0"/>
              <a:buChar char="■"/>
              <a:defRPr sz="1800" baseline="0">
                <a:solidFill>
                  <a:schemeClr val="bg2"/>
                </a:solidFill>
                <a:latin typeface="Arial" pitchFamily="34" charset="0"/>
              </a:defRPr>
            </a:lvl1pPr>
            <a:lvl2pPr marL="576000" indent="-288000">
              <a:buClr>
                <a:srgbClr val="FE5815"/>
              </a:buClr>
              <a:buSzPct val="80000"/>
              <a:buFont typeface="Wingdings" pitchFamily="2" charset="2"/>
              <a:buChar char=""/>
              <a:defRPr sz="1600">
                <a:solidFill>
                  <a:schemeClr val="bg2"/>
                </a:solidFill>
              </a:defRPr>
            </a:lvl2pPr>
            <a:lvl3pPr marL="900000" indent="-288000">
              <a:buClr>
                <a:srgbClr val="FE5815"/>
              </a:buClr>
              <a:buFont typeface="Wingdings" charset="2"/>
              <a:buChar char="§"/>
              <a:defRPr sz="1400" baseline="0">
                <a:solidFill>
                  <a:schemeClr val="bg2"/>
                </a:solidFill>
              </a:defRPr>
            </a:lvl3pPr>
            <a:lvl4pPr marL="288000" indent="0">
              <a:spcBef>
                <a:spcPts val="288"/>
              </a:spcBef>
              <a:buClr>
                <a:srgbClr val="FE5815"/>
              </a:buClr>
              <a:buSzPct val="50000"/>
              <a:buFontTx/>
              <a:buNone/>
              <a:defRPr sz="1200" baseline="0">
                <a:solidFill>
                  <a:schemeClr val="bg2"/>
                </a:solidFill>
              </a:defRPr>
            </a:lvl4pPr>
            <a:lvl5pPr marL="2171700" indent="-342900">
              <a:buClr>
                <a:srgbClr val="FE5815"/>
              </a:buClr>
              <a:buFont typeface="Wingdings" charset="2"/>
              <a:buChar char="§"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 dirty="0"/>
              <a:t>Click to edit the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0" hasCustomPrompt="1"/>
          </p:nvPr>
        </p:nvSpPr>
        <p:spPr>
          <a:xfrm>
            <a:off x="5295600" y="0"/>
            <a:ext cx="3848400" cy="5148000"/>
          </a:xfrm>
          <a:prstGeom prst="rect">
            <a:avLst/>
          </a:prstGeom>
        </p:spPr>
        <p:txBody>
          <a:bodyPr/>
          <a:lstStyle>
            <a:lvl1pPr>
              <a:defRPr sz="1800" baseline="0"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Click on the icon to add a picture from the picture library: M:\Public\TemplateEDFLuminus\EDF </a:t>
            </a:r>
            <a:r>
              <a:rPr lang="en-US" noProof="0" dirty="0" err="1"/>
              <a:t>Luminus</a:t>
            </a:r>
            <a:r>
              <a:rPr lang="en-US" noProof="0" dirty="0"/>
              <a:t> graphics</a:t>
            </a:r>
          </a:p>
        </p:txBody>
      </p:sp>
    </p:spTree>
    <p:extLst>
      <p:ext uri="{BB962C8B-B14F-4D97-AF65-F5344CB8AC3E}">
        <p14:creationId xmlns:p14="http://schemas.microsoft.com/office/powerpoint/2010/main" val="16537937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41362"/>
          </a:xfrm>
          <a:prstGeom prst="rect">
            <a:avLst/>
          </a:prstGeom>
        </p:spPr>
        <p:txBody>
          <a:bodyPr/>
          <a:lstStyle>
            <a:lvl1pPr algn="l">
              <a:defRPr sz="2800" cap="all">
                <a:solidFill>
                  <a:srgbClr val="FE5815"/>
                </a:solidFill>
              </a:defRPr>
            </a:lvl1pPr>
          </a:lstStyle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530443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+ CONTENU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41362"/>
          </a:xfrm>
          <a:prstGeom prst="rect">
            <a:avLst/>
          </a:prstGeom>
        </p:spPr>
        <p:txBody>
          <a:bodyPr/>
          <a:lstStyle>
            <a:lvl1pPr algn="l">
              <a:defRPr sz="2800" cap="all">
                <a:solidFill>
                  <a:srgbClr val="FE5815"/>
                </a:solidFill>
              </a:defRPr>
            </a:lvl1pPr>
          </a:lstStyle>
          <a:p>
            <a:endParaRPr lang="en-US" noProof="0" dirty="0"/>
          </a:p>
        </p:txBody>
      </p:sp>
      <p:sp>
        <p:nvSpPr>
          <p:cNvPr id="12" name="Espace réservé du contenu 2"/>
          <p:cNvSpPr>
            <a:spLocks noGrp="1"/>
          </p:cNvSpPr>
          <p:nvPr>
            <p:ph sz="half" idx="1" hasCustomPrompt="1"/>
          </p:nvPr>
        </p:nvSpPr>
        <p:spPr>
          <a:xfrm>
            <a:off x="457200" y="1170000"/>
            <a:ext cx="8229600" cy="3312000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FE5815"/>
              </a:buClr>
              <a:buSzPct val="180000"/>
              <a:buFont typeface="Wingdings" charset="2"/>
              <a:buNone/>
              <a:defRPr sz="1800" cap="none" baseline="0">
                <a:solidFill>
                  <a:schemeClr val="bg2"/>
                </a:solidFill>
              </a:defRPr>
            </a:lvl1pPr>
            <a:lvl2pPr marL="457200" indent="0">
              <a:buClr>
                <a:srgbClr val="FE5815"/>
              </a:buClr>
              <a:buSzPct val="70000"/>
              <a:buFont typeface="Wingdings" charset="2"/>
              <a:buNone/>
              <a:defRPr sz="1600"/>
            </a:lvl2pPr>
            <a:lvl3pPr marL="1371600" indent="-457200">
              <a:buClr>
                <a:srgbClr val="FE5815"/>
              </a:buClr>
              <a:buFont typeface="Wingdings" charset="2"/>
              <a:buChar char="§"/>
              <a:defRPr sz="1400" baseline="0"/>
            </a:lvl3pPr>
            <a:lvl4pPr marL="1714500" indent="-342900">
              <a:buClr>
                <a:srgbClr val="FE5815"/>
              </a:buClr>
              <a:buSzPct val="50000"/>
              <a:buFont typeface="Wingdings" charset="2"/>
              <a:buChar char=""/>
              <a:defRPr sz="1200"/>
            </a:lvl4pPr>
            <a:lvl5pPr marL="2171700" indent="-342900">
              <a:buClr>
                <a:srgbClr val="FE5815"/>
              </a:buClr>
              <a:buFont typeface="Wingdings" charset="2"/>
              <a:buChar char="§"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 dirty="0"/>
              <a:t>Click to edit the text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+ Contenu 4 nive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41362"/>
          </a:xfrm>
          <a:prstGeom prst="rect">
            <a:avLst/>
          </a:prstGeom>
        </p:spPr>
        <p:txBody>
          <a:bodyPr/>
          <a:lstStyle>
            <a:lvl1pPr algn="l">
              <a:defRPr sz="2800" cap="all">
                <a:solidFill>
                  <a:srgbClr val="FE5815"/>
                </a:solidFill>
              </a:defRPr>
            </a:lvl1pPr>
          </a:lstStyle>
          <a:p>
            <a:endParaRPr lang="en-US" noProof="0" dirty="0"/>
          </a:p>
        </p:txBody>
      </p:sp>
      <p:sp>
        <p:nvSpPr>
          <p:cNvPr id="8" name="Espace réservé du contenu 2"/>
          <p:cNvSpPr>
            <a:spLocks noGrp="1"/>
          </p:cNvSpPr>
          <p:nvPr>
            <p:ph sz="half" idx="10" hasCustomPrompt="1"/>
          </p:nvPr>
        </p:nvSpPr>
        <p:spPr>
          <a:xfrm>
            <a:off x="457200" y="1170000"/>
            <a:ext cx="8229600" cy="3312000"/>
          </a:xfrm>
          <a:prstGeom prst="rect">
            <a:avLst/>
          </a:prstGeom>
        </p:spPr>
        <p:txBody>
          <a:bodyPr/>
          <a:lstStyle>
            <a:lvl1pPr marL="288000" indent="-288000">
              <a:lnSpc>
                <a:spcPct val="100000"/>
              </a:lnSpc>
              <a:spcBef>
                <a:spcPts val="400"/>
              </a:spcBef>
              <a:buClr>
                <a:srgbClr val="FE5815"/>
              </a:buClr>
              <a:buSzPct val="100000"/>
              <a:buFont typeface="Arial" pitchFamily="34" charset="0"/>
              <a:buChar char="■"/>
              <a:defRPr sz="1800" baseline="0">
                <a:solidFill>
                  <a:schemeClr val="bg2"/>
                </a:solidFill>
              </a:defRPr>
            </a:lvl1pPr>
            <a:lvl2pPr marL="576000" indent="-288000">
              <a:buClr>
                <a:srgbClr val="FE5815"/>
              </a:buClr>
              <a:buSzPct val="80000"/>
              <a:buFont typeface="Wingdings" pitchFamily="2" charset="2"/>
              <a:buChar char=""/>
              <a:defRPr sz="1600" baseline="0">
                <a:solidFill>
                  <a:schemeClr val="bg2"/>
                </a:solidFill>
              </a:defRPr>
            </a:lvl2pPr>
            <a:lvl3pPr marL="900000" indent="-288000">
              <a:buClr>
                <a:srgbClr val="FE5815"/>
              </a:buClr>
              <a:buFont typeface="Wingdings" charset="2"/>
              <a:buChar char="§"/>
              <a:defRPr sz="1400" baseline="0">
                <a:solidFill>
                  <a:schemeClr val="bg2"/>
                </a:solidFill>
              </a:defRPr>
            </a:lvl3pPr>
            <a:lvl4pPr marL="288000" indent="0">
              <a:buClr>
                <a:srgbClr val="FE5815"/>
              </a:buClr>
              <a:buSzPct val="50000"/>
              <a:buFontTx/>
              <a:buNone/>
              <a:defRPr sz="1200" baseline="0">
                <a:solidFill>
                  <a:schemeClr val="bg2"/>
                </a:solidFill>
              </a:defRPr>
            </a:lvl4pPr>
            <a:lvl5pPr marL="2171700" indent="-342900">
              <a:buClr>
                <a:srgbClr val="FE5815"/>
              </a:buClr>
              <a:buFont typeface="Wingdings" charset="2"/>
              <a:buChar char="§"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 dirty="0"/>
              <a:t>Click to edit the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re + contenu 4 niveaux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41362"/>
          </a:xfrm>
          <a:prstGeom prst="rect">
            <a:avLst/>
          </a:prstGeom>
        </p:spPr>
        <p:txBody>
          <a:bodyPr/>
          <a:lstStyle>
            <a:lvl1pPr algn="l">
              <a:defRPr sz="2800" cap="all">
                <a:solidFill>
                  <a:srgbClr val="FE5815"/>
                </a:solidFill>
              </a:defRPr>
            </a:lvl1pPr>
          </a:lstStyle>
          <a:p>
            <a:endParaRPr lang="en-US" noProof="0" dirty="0"/>
          </a:p>
        </p:txBody>
      </p:sp>
      <p:sp>
        <p:nvSpPr>
          <p:cNvPr id="8" name="Espace réservé pour une image  2"/>
          <p:cNvSpPr>
            <a:spLocks noGrp="1"/>
          </p:cNvSpPr>
          <p:nvPr>
            <p:ph type="pic" idx="11"/>
          </p:nvPr>
        </p:nvSpPr>
        <p:spPr>
          <a:xfrm>
            <a:off x="4762500" y="1170000"/>
            <a:ext cx="3938588" cy="3311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solidFill>
                  <a:schemeClr val="bg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9" name="Espace réservé du contenu 2"/>
          <p:cNvSpPr>
            <a:spLocks noGrp="1"/>
          </p:cNvSpPr>
          <p:nvPr>
            <p:ph sz="half" idx="12" hasCustomPrompt="1"/>
          </p:nvPr>
        </p:nvSpPr>
        <p:spPr>
          <a:xfrm>
            <a:off x="457200" y="1170000"/>
            <a:ext cx="4152900" cy="3311525"/>
          </a:xfrm>
          <a:prstGeom prst="rect">
            <a:avLst/>
          </a:prstGeom>
        </p:spPr>
        <p:txBody>
          <a:bodyPr/>
          <a:lstStyle>
            <a:lvl1pPr marL="288000" indent="-288000">
              <a:lnSpc>
                <a:spcPct val="100000"/>
              </a:lnSpc>
              <a:spcBef>
                <a:spcPts val="400"/>
              </a:spcBef>
              <a:buClr>
                <a:srgbClr val="FE5815"/>
              </a:buClr>
              <a:buSzPct val="100000"/>
              <a:buFont typeface="Arial" pitchFamily="34" charset="0"/>
              <a:buChar char="■"/>
              <a:defRPr sz="1800" baseline="0">
                <a:solidFill>
                  <a:schemeClr val="bg2"/>
                </a:solidFill>
              </a:defRPr>
            </a:lvl1pPr>
            <a:lvl2pPr marL="576000" indent="-288000">
              <a:buClr>
                <a:srgbClr val="FE5815"/>
              </a:buClr>
              <a:buSzPct val="80000"/>
              <a:buFont typeface="Wingdings" pitchFamily="2" charset="2"/>
              <a:buChar char=""/>
              <a:defRPr sz="1600">
                <a:solidFill>
                  <a:schemeClr val="bg2"/>
                </a:solidFill>
              </a:defRPr>
            </a:lvl2pPr>
            <a:lvl3pPr marL="900000" indent="-288000">
              <a:buClr>
                <a:srgbClr val="FE5815"/>
              </a:buClr>
              <a:buFont typeface="Wingdings" charset="2"/>
              <a:buChar char="§"/>
              <a:defRPr sz="1400" baseline="0">
                <a:solidFill>
                  <a:schemeClr val="bg2"/>
                </a:solidFill>
              </a:defRPr>
            </a:lvl3pPr>
            <a:lvl4pPr marL="288000" indent="0">
              <a:buClr>
                <a:srgbClr val="FE5815"/>
              </a:buClr>
              <a:buSzPct val="50000"/>
              <a:buFontTx/>
              <a:buNone/>
              <a:defRPr sz="1200" baseline="0">
                <a:solidFill>
                  <a:schemeClr val="bg2"/>
                </a:solidFill>
              </a:defRPr>
            </a:lvl4pPr>
            <a:lvl5pPr marL="2171700" indent="-342900">
              <a:buClr>
                <a:srgbClr val="FE5815"/>
              </a:buClr>
              <a:buFont typeface="Wingdings" charset="2"/>
              <a:buChar char="§"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 dirty="0"/>
              <a:t>Click to edit the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41362"/>
          </a:xfrm>
          <a:prstGeom prst="rect">
            <a:avLst/>
          </a:prstGeom>
        </p:spPr>
        <p:txBody>
          <a:bodyPr/>
          <a:lstStyle>
            <a:lvl1pPr algn="l">
              <a:defRPr sz="2800" cap="all">
                <a:solidFill>
                  <a:srgbClr val="FE5815"/>
                </a:solidFill>
              </a:defRPr>
            </a:lvl1pPr>
          </a:lstStyle>
          <a:p>
            <a:endParaRPr lang="en-US" noProof="0" dirty="0"/>
          </a:p>
        </p:txBody>
      </p:sp>
      <p:sp>
        <p:nvSpPr>
          <p:cNvPr id="7" name="Espace réservé du contenu 2"/>
          <p:cNvSpPr>
            <a:spLocks noGrp="1"/>
          </p:cNvSpPr>
          <p:nvPr>
            <p:ph sz="half" idx="12" hasCustomPrompt="1"/>
          </p:nvPr>
        </p:nvSpPr>
        <p:spPr>
          <a:xfrm>
            <a:off x="457200" y="1170000"/>
            <a:ext cx="4039200" cy="3311525"/>
          </a:xfrm>
          <a:prstGeom prst="rect">
            <a:avLst/>
          </a:prstGeom>
        </p:spPr>
        <p:txBody>
          <a:bodyPr/>
          <a:lstStyle>
            <a:lvl1pPr marL="288000" indent="-288000">
              <a:lnSpc>
                <a:spcPct val="100000"/>
              </a:lnSpc>
              <a:spcBef>
                <a:spcPts val="400"/>
              </a:spcBef>
              <a:buClr>
                <a:srgbClr val="FE5815"/>
              </a:buClr>
              <a:buSzPct val="100000"/>
              <a:buFont typeface="Arial" pitchFamily="34" charset="0"/>
              <a:buChar char="■"/>
              <a:defRPr sz="1800" baseline="0">
                <a:solidFill>
                  <a:schemeClr val="bg2"/>
                </a:solidFill>
              </a:defRPr>
            </a:lvl1pPr>
            <a:lvl2pPr marL="576000" indent="-288000">
              <a:buClr>
                <a:srgbClr val="FE5815"/>
              </a:buClr>
              <a:buSzPct val="80000"/>
              <a:buFont typeface="Wingdings" pitchFamily="2" charset="2"/>
              <a:buChar char=""/>
              <a:defRPr sz="1600">
                <a:solidFill>
                  <a:schemeClr val="bg2"/>
                </a:solidFill>
              </a:defRPr>
            </a:lvl2pPr>
            <a:lvl3pPr marL="900000" indent="-288000">
              <a:buClr>
                <a:srgbClr val="FE5815"/>
              </a:buClr>
              <a:buFont typeface="Wingdings" charset="2"/>
              <a:buChar char="§"/>
              <a:defRPr sz="1400" baseline="0">
                <a:solidFill>
                  <a:schemeClr val="bg2"/>
                </a:solidFill>
              </a:defRPr>
            </a:lvl3pPr>
            <a:lvl4pPr marL="288000" indent="0">
              <a:buClr>
                <a:srgbClr val="FE5815"/>
              </a:buClr>
              <a:buSzPct val="50000"/>
              <a:buFontTx/>
              <a:buNone/>
              <a:defRPr sz="1200" baseline="0">
                <a:solidFill>
                  <a:schemeClr val="bg2"/>
                </a:solidFill>
              </a:defRPr>
            </a:lvl4pPr>
            <a:lvl5pPr marL="2171700" indent="-342900">
              <a:buClr>
                <a:srgbClr val="FE5815"/>
              </a:buClr>
              <a:buFont typeface="Wingdings" charset="2"/>
              <a:buChar char="§"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 dirty="0"/>
              <a:t>Click to edit the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</p:txBody>
      </p:sp>
      <p:sp>
        <p:nvSpPr>
          <p:cNvPr id="8" name="Espace réservé du contenu 2"/>
          <p:cNvSpPr>
            <a:spLocks noGrp="1"/>
          </p:cNvSpPr>
          <p:nvPr>
            <p:ph sz="half" idx="13" hasCustomPrompt="1"/>
          </p:nvPr>
        </p:nvSpPr>
        <p:spPr>
          <a:xfrm>
            <a:off x="4648196" y="1170000"/>
            <a:ext cx="4039200" cy="3311525"/>
          </a:xfrm>
          <a:prstGeom prst="rect">
            <a:avLst/>
          </a:prstGeom>
        </p:spPr>
        <p:txBody>
          <a:bodyPr/>
          <a:lstStyle>
            <a:lvl1pPr marL="288000" indent="-288000">
              <a:lnSpc>
                <a:spcPct val="100000"/>
              </a:lnSpc>
              <a:spcBef>
                <a:spcPts val="400"/>
              </a:spcBef>
              <a:buClr>
                <a:srgbClr val="FE5815"/>
              </a:buClr>
              <a:buSzPct val="100000"/>
              <a:buFont typeface="Arial" pitchFamily="34" charset="0"/>
              <a:buChar char="■"/>
              <a:defRPr sz="1800" baseline="0">
                <a:solidFill>
                  <a:schemeClr val="bg2"/>
                </a:solidFill>
              </a:defRPr>
            </a:lvl1pPr>
            <a:lvl2pPr marL="576000" indent="-288000">
              <a:buClr>
                <a:srgbClr val="FE5815"/>
              </a:buClr>
              <a:buSzPct val="80000"/>
              <a:buFont typeface="Wingdings" pitchFamily="2" charset="2"/>
              <a:buChar char=""/>
              <a:defRPr sz="1600">
                <a:solidFill>
                  <a:schemeClr val="bg2"/>
                </a:solidFill>
              </a:defRPr>
            </a:lvl2pPr>
            <a:lvl3pPr marL="900000" indent="-288000">
              <a:buClr>
                <a:srgbClr val="FE5815"/>
              </a:buClr>
              <a:buFont typeface="Wingdings" charset="2"/>
              <a:buChar char="§"/>
              <a:defRPr sz="1400" baseline="0">
                <a:solidFill>
                  <a:schemeClr val="bg2"/>
                </a:solidFill>
              </a:defRPr>
            </a:lvl3pPr>
            <a:lvl4pPr marL="288000" indent="0">
              <a:buClr>
                <a:srgbClr val="FE5815"/>
              </a:buClr>
              <a:buSzPct val="50000"/>
              <a:buFontTx/>
              <a:buNone/>
              <a:defRPr sz="1200" baseline="0">
                <a:solidFill>
                  <a:schemeClr val="bg2"/>
                </a:solidFill>
              </a:defRPr>
            </a:lvl4pPr>
            <a:lvl5pPr marL="2171700" indent="-342900">
              <a:buClr>
                <a:srgbClr val="FE5815"/>
              </a:buClr>
              <a:buFont typeface="Wingdings" charset="2"/>
              <a:buChar char="§"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 dirty="0"/>
              <a:t>Click to edit the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41362"/>
          </a:xfrm>
          <a:prstGeom prst="rect">
            <a:avLst/>
          </a:prstGeom>
        </p:spPr>
        <p:txBody>
          <a:bodyPr/>
          <a:lstStyle>
            <a:lvl1pPr algn="l">
              <a:defRPr sz="2800" cap="all">
                <a:solidFill>
                  <a:srgbClr val="FE5815"/>
                </a:solidFill>
              </a:defRPr>
            </a:lvl1pPr>
          </a:lstStyle>
          <a:p>
            <a:endParaRPr lang="en-US" noProof="0" dirty="0"/>
          </a:p>
        </p:txBody>
      </p:sp>
      <p:sp>
        <p:nvSpPr>
          <p:cNvPr id="5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142999" y="1033531"/>
            <a:ext cx="6943725" cy="26384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bg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6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142999" y="4083578"/>
            <a:ext cx="6943725" cy="5160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endParaRPr lang="en-US" noProof="0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1142999" y="3719978"/>
            <a:ext cx="6943725" cy="363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96500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.pn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.png"/></Relationships>
</file>

<file path=ppt/slideMasters/_rels/slideMaster7.xml.rels><?xml version="1.0" encoding="UTF-8" standalone="yes"?>
<Relationships xmlns="http://schemas.openxmlformats.org/package/2006/relationships"><Relationship Id="rId63" Type="http://schemas.openxmlformats.org/officeDocument/2006/relationships/image" Target="../media/image2.pdf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3.xml"/><Relationship Id="rId64" Type="http://schemas.openxmlformats.org/officeDocument/2006/relationships/image" Target="../media/image2.png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df"/><Relationship Id="rId3" Type="http://schemas.openxmlformats.org/officeDocument/2006/relationships/slideLayout" Target="../slideLayouts/slideLayout16.xml"/><Relationship Id="rId7" Type="http://schemas.openxmlformats.org/officeDocument/2006/relationships/theme" Target="../theme/theme8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rrondir un rectangle à un seul coin 3"/>
          <p:cNvSpPr/>
          <p:nvPr/>
        </p:nvSpPr>
        <p:spPr>
          <a:xfrm flipH="1">
            <a:off x="552450" y="400050"/>
            <a:ext cx="8051800" cy="4356100"/>
          </a:xfrm>
          <a:prstGeom prst="round1Rect">
            <a:avLst>
              <a:gd name="adj" fmla="val 2893"/>
            </a:avLst>
          </a:prstGeom>
          <a:solidFill>
            <a:srgbClr val="FE58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/>
            <a:endParaRPr lang="en-US">
              <a:solidFill>
                <a:srgbClr val="FFFFFF"/>
              </a:solidFill>
              <a:ea typeface="Arial" pitchFamily="-106" charset="0"/>
            </a:endParaRPr>
          </a:p>
        </p:txBody>
      </p:sp>
      <p:sp>
        <p:nvSpPr>
          <p:cNvPr id="6" name="Ellipse 5"/>
          <p:cNvSpPr/>
          <p:nvPr/>
        </p:nvSpPr>
        <p:spPr bwMode="auto">
          <a:xfrm>
            <a:off x="-847725" y="947625"/>
            <a:ext cx="552450" cy="552450"/>
          </a:xfrm>
          <a:prstGeom prst="ellipse">
            <a:avLst/>
          </a:prstGeom>
          <a:solidFill>
            <a:srgbClr val="FE581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00" b="1" i="0" u="none" strike="noStrike" cap="none" normalizeH="0" baseline="0">
              <a:ln>
                <a:noFill/>
              </a:ln>
              <a:solidFill>
                <a:schemeClr val="bg2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7" name="Ellipse 6"/>
          <p:cNvSpPr/>
          <p:nvPr/>
        </p:nvSpPr>
        <p:spPr bwMode="auto">
          <a:xfrm>
            <a:off x="-847725" y="1500075"/>
            <a:ext cx="552450" cy="552450"/>
          </a:xfrm>
          <a:prstGeom prst="ellipse">
            <a:avLst/>
          </a:prstGeom>
          <a:solidFill>
            <a:srgbClr val="FFA02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00" b="1" i="0" u="none" strike="noStrike" cap="none" normalizeH="0" baseline="0">
              <a:ln>
                <a:noFill/>
              </a:ln>
              <a:solidFill>
                <a:schemeClr val="bg2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8" name="Ellipse 7"/>
          <p:cNvSpPr/>
          <p:nvPr/>
        </p:nvSpPr>
        <p:spPr bwMode="auto">
          <a:xfrm>
            <a:off x="-847725" y="2052525"/>
            <a:ext cx="552450" cy="552450"/>
          </a:xfrm>
          <a:prstGeom prst="ellipse">
            <a:avLst/>
          </a:prstGeom>
          <a:solidFill>
            <a:srgbClr val="C4D6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00" b="1" i="0" u="none" strike="noStrike" cap="none" normalizeH="0" baseline="0">
              <a:ln>
                <a:noFill/>
              </a:ln>
              <a:solidFill>
                <a:schemeClr val="bg2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9" name="Ellipse 8"/>
          <p:cNvSpPr/>
          <p:nvPr/>
        </p:nvSpPr>
        <p:spPr bwMode="auto">
          <a:xfrm>
            <a:off x="-847725" y="2604975"/>
            <a:ext cx="552450" cy="552450"/>
          </a:xfrm>
          <a:prstGeom prst="ellipse">
            <a:avLst/>
          </a:prstGeom>
          <a:solidFill>
            <a:srgbClr val="509E2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00" b="1" i="0" u="none" strike="noStrike" cap="none" normalizeH="0" baseline="0">
              <a:ln>
                <a:noFill/>
              </a:ln>
              <a:solidFill>
                <a:schemeClr val="bg2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0" name="Ellipse 9"/>
          <p:cNvSpPr/>
          <p:nvPr/>
        </p:nvSpPr>
        <p:spPr bwMode="auto">
          <a:xfrm>
            <a:off x="-847725" y="3157425"/>
            <a:ext cx="552450" cy="552450"/>
          </a:xfrm>
          <a:prstGeom prst="ellipse">
            <a:avLst/>
          </a:prstGeom>
          <a:solidFill>
            <a:srgbClr val="005BBB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00" b="1" i="0" u="none" strike="noStrike" cap="none" normalizeH="0" baseline="0">
              <a:ln>
                <a:noFill/>
              </a:ln>
              <a:solidFill>
                <a:schemeClr val="bg2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1" name="Ellipse 10"/>
          <p:cNvSpPr/>
          <p:nvPr/>
        </p:nvSpPr>
        <p:spPr bwMode="auto">
          <a:xfrm>
            <a:off x="-847725" y="3709875"/>
            <a:ext cx="552450" cy="552450"/>
          </a:xfrm>
          <a:prstGeom prst="ellipse">
            <a:avLst/>
          </a:prstGeom>
          <a:solidFill>
            <a:srgbClr val="001A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00" b="1" i="0" u="none" strike="noStrike" cap="none" normalizeH="0" baseline="0">
              <a:ln>
                <a:noFill/>
              </a:ln>
              <a:solidFill>
                <a:schemeClr val="bg2"/>
              </a:solidFill>
              <a:effectLst/>
              <a:latin typeface="Arial" charset="0"/>
              <a:cs typeface="Arial" charset="0"/>
            </a:endParaRPr>
          </a:p>
        </p:txBody>
      </p:sp>
      <p:pic>
        <p:nvPicPr>
          <p:cNvPr id="12" name="Image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975" y="796138"/>
            <a:ext cx="1420631" cy="6088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sldNum="0" hdr="0" ftr="0"/>
  <p:txStyles>
    <p:titleStyle>
      <a:lvl1pPr algn="l" rtl="0" eaLnBrk="1" fontAlgn="base" hangingPunct="1">
        <a:lnSpc>
          <a:spcPts val="4000"/>
        </a:lnSpc>
        <a:spcBef>
          <a:spcPct val="0"/>
        </a:spcBef>
        <a:spcAft>
          <a:spcPct val="0"/>
        </a:spcAft>
        <a:defRPr sz="3400">
          <a:solidFill>
            <a:srgbClr val="FE5815"/>
          </a:solidFill>
          <a:latin typeface="+mj-lt"/>
          <a:ea typeface="Arial" charset="0"/>
          <a:cs typeface="+mj-cs"/>
        </a:defRPr>
      </a:lvl1pPr>
      <a:lvl2pPr algn="l" rtl="0" eaLnBrk="1" fontAlgn="base" hangingPunct="1">
        <a:lnSpc>
          <a:spcPts val="4000"/>
        </a:lnSpc>
        <a:spcBef>
          <a:spcPct val="0"/>
        </a:spcBef>
        <a:spcAft>
          <a:spcPct val="0"/>
        </a:spcAft>
        <a:defRPr sz="3400">
          <a:solidFill>
            <a:srgbClr val="FE5815"/>
          </a:solidFill>
          <a:latin typeface="Arial" charset="0"/>
          <a:ea typeface="Arial" charset="0"/>
          <a:cs typeface="Arial" charset="0"/>
        </a:defRPr>
      </a:lvl2pPr>
      <a:lvl3pPr algn="l" rtl="0" eaLnBrk="1" fontAlgn="base" hangingPunct="1">
        <a:lnSpc>
          <a:spcPts val="4000"/>
        </a:lnSpc>
        <a:spcBef>
          <a:spcPct val="0"/>
        </a:spcBef>
        <a:spcAft>
          <a:spcPct val="0"/>
        </a:spcAft>
        <a:defRPr sz="3400">
          <a:solidFill>
            <a:srgbClr val="FE5815"/>
          </a:solidFill>
          <a:latin typeface="Arial" charset="0"/>
          <a:ea typeface="Arial" charset="0"/>
          <a:cs typeface="Arial" charset="0"/>
        </a:defRPr>
      </a:lvl3pPr>
      <a:lvl4pPr algn="l" rtl="0" eaLnBrk="1" fontAlgn="base" hangingPunct="1">
        <a:lnSpc>
          <a:spcPts val="4000"/>
        </a:lnSpc>
        <a:spcBef>
          <a:spcPct val="0"/>
        </a:spcBef>
        <a:spcAft>
          <a:spcPct val="0"/>
        </a:spcAft>
        <a:defRPr sz="3400">
          <a:solidFill>
            <a:srgbClr val="FE5815"/>
          </a:solidFill>
          <a:latin typeface="Arial" charset="0"/>
          <a:ea typeface="Arial" charset="0"/>
          <a:cs typeface="Arial" charset="0"/>
        </a:defRPr>
      </a:lvl4pPr>
      <a:lvl5pPr algn="l" rtl="0" eaLnBrk="1" fontAlgn="base" hangingPunct="1">
        <a:lnSpc>
          <a:spcPts val="4000"/>
        </a:lnSpc>
        <a:spcBef>
          <a:spcPct val="0"/>
        </a:spcBef>
        <a:spcAft>
          <a:spcPct val="0"/>
        </a:spcAft>
        <a:defRPr sz="3400">
          <a:solidFill>
            <a:srgbClr val="FE5815"/>
          </a:solidFill>
          <a:latin typeface="Arial" charset="0"/>
          <a:ea typeface="Arial" charset="0"/>
          <a:cs typeface="Arial" charset="0"/>
        </a:defRPr>
      </a:lvl5pPr>
      <a:lvl6pPr marL="457200" algn="l" rtl="0" eaLnBrk="1" fontAlgn="base" hangingPunct="1">
        <a:lnSpc>
          <a:spcPts val="4000"/>
        </a:lnSpc>
        <a:spcBef>
          <a:spcPct val="0"/>
        </a:spcBef>
        <a:spcAft>
          <a:spcPct val="0"/>
        </a:spcAft>
        <a:defRPr sz="3400">
          <a:solidFill>
            <a:srgbClr val="E75113"/>
          </a:solidFill>
          <a:latin typeface="Arial" charset="0"/>
          <a:cs typeface="Arial" charset="0"/>
        </a:defRPr>
      </a:lvl6pPr>
      <a:lvl7pPr marL="914400" algn="l" rtl="0" eaLnBrk="1" fontAlgn="base" hangingPunct="1">
        <a:lnSpc>
          <a:spcPts val="4000"/>
        </a:lnSpc>
        <a:spcBef>
          <a:spcPct val="0"/>
        </a:spcBef>
        <a:spcAft>
          <a:spcPct val="0"/>
        </a:spcAft>
        <a:defRPr sz="3400">
          <a:solidFill>
            <a:srgbClr val="E75113"/>
          </a:solidFill>
          <a:latin typeface="Arial" charset="0"/>
          <a:cs typeface="Arial" charset="0"/>
        </a:defRPr>
      </a:lvl7pPr>
      <a:lvl8pPr marL="1371600" algn="l" rtl="0" eaLnBrk="1" fontAlgn="base" hangingPunct="1">
        <a:lnSpc>
          <a:spcPts val="4000"/>
        </a:lnSpc>
        <a:spcBef>
          <a:spcPct val="0"/>
        </a:spcBef>
        <a:spcAft>
          <a:spcPct val="0"/>
        </a:spcAft>
        <a:defRPr sz="3400">
          <a:solidFill>
            <a:srgbClr val="E75113"/>
          </a:solidFill>
          <a:latin typeface="Arial" charset="0"/>
          <a:cs typeface="Arial" charset="0"/>
        </a:defRPr>
      </a:lvl8pPr>
      <a:lvl9pPr marL="1828800" algn="l" rtl="0" eaLnBrk="1" fontAlgn="base" hangingPunct="1">
        <a:lnSpc>
          <a:spcPts val="4000"/>
        </a:lnSpc>
        <a:spcBef>
          <a:spcPct val="0"/>
        </a:spcBef>
        <a:spcAft>
          <a:spcPct val="0"/>
        </a:spcAft>
        <a:defRPr sz="3400">
          <a:solidFill>
            <a:srgbClr val="E75113"/>
          </a:solidFill>
          <a:latin typeface="Arial" charset="0"/>
          <a:cs typeface="Arial" charset="0"/>
        </a:defRPr>
      </a:lvl9pPr>
    </p:titleStyle>
    <p:bodyStyle>
      <a:lvl1pPr marL="342900" indent="-342900" algn="l" rtl="0" eaLnBrk="1" fontAlgn="base" hangingPunct="1">
        <a:lnSpc>
          <a:spcPts val="2400"/>
        </a:lnSpc>
        <a:spcBef>
          <a:spcPct val="0"/>
        </a:spcBef>
        <a:spcAft>
          <a:spcPct val="0"/>
        </a:spcAft>
        <a:buChar char="•"/>
        <a:defRPr sz="1600">
          <a:solidFill>
            <a:srgbClr val="232323"/>
          </a:solidFill>
          <a:latin typeface="+mn-lt"/>
          <a:ea typeface="Arial" charset="0"/>
          <a:cs typeface="+mn-cs"/>
        </a:defRPr>
      </a:lvl1pPr>
      <a:lvl2pPr marL="82550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Arial" charset="0"/>
          <a:cs typeface="+mn-cs"/>
        </a:defRPr>
      </a:lvl2pPr>
      <a:lvl3pPr marL="1233488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Arial" charset="0"/>
          <a:cs typeface="+mn-cs"/>
        </a:defRPr>
      </a:lvl3pPr>
      <a:lvl4pPr marL="1641475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Arial" charset="0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Arial" charset="0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rrondir un rectangle à un seul coin 3"/>
          <p:cNvSpPr/>
          <p:nvPr/>
        </p:nvSpPr>
        <p:spPr>
          <a:xfrm flipH="1">
            <a:off x="552450" y="400050"/>
            <a:ext cx="8051800" cy="4356100"/>
          </a:xfrm>
          <a:prstGeom prst="round1Rect">
            <a:avLst>
              <a:gd name="adj" fmla="val 289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/>
            <a:endParaRPr lang="en-US">
              <a:solidFill>
                <a:srgbClr val="FFFFFF"/>
              </a:solidFill>
              <a:ea typeface="Arial" pitchFamily="-106" charset="0"/>
            </a:endParaRPr>
          </a:p>
        </p:txBody>
      </p:sp>
      <p:sp>
        <p:nvSpPr>
          <p:cNvPr id="6" name="Ellipse 5"/>
          <p:cNvSpPr/>
          <p:nvPr/>
        </p:nvSpPr>
        <p:spPr bwMode="auto">
          <a:xfrm>
            <a:off x="-847725" y="947625"/>
            <a:ext cx="552450" cy="552450"/>
          </a:xfrm>
          <a:prstGeom prst="ellipse">
            <a:avLst/>
          </a:prstGeom>
          <a:solidFill>
            <a:srgbClr val="FE581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00" b="1" i="0" u="none" strike="noStrike" cap="none" normalizeH="0" baseline="0">
              <a:ln>
                <a:noFill/>
              </a:ln>
              <a:solidFill>
                <a:schemeClr val="bg2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7" name="Ellipse 6"/>
          <p:cNvSpPr/>
          <p:nvPr/>
        </p:nvSpPr>
        <p:spPr bwMode="auto">
          <a:xfrm>
            <a:off x="-847725" y="1500075"/>
            <a:ext cx="552450" cy="552450"/>
          </a:xfrm>
          <a:prstGeom prst="ellipse">
            <a:avLst/>
          </a:prstGeom>
          <a:solidFill>
            <a:srgbClr val="FFA02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00" b="1" i="0" u="none" strike="noStrike" cap="none" normalizeH="0" baseline="0">
              <a:ln>
                <a:noFill/>
              </a:ln>
              <a:solidFill>
                <a:schemeClr val="bg2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8" name="Ellipse 7"/>
          <p:cNvSpPr/>
          <p:nvPr/>
        </p:nvSpPr>
        <p:spPr bwMode="auto">
          <a:xfrm>
            <a:off x="-847725" y="2052525"/>
            <a:ext cx="552450" cy="552450"/>
          </a:xfrm>
          <a:prstGeom prst="ellipse">
            <a:avLst/>
          </a:prstGeom>
          <a:solidFill>
            <a:srgbClr val="C4D6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00" b="1" i="0" u="none" strike="noStrike" cap="none" normalizeH="0" baseline="0">
              <a:ln>
                <a:noFill/>
              </a:ln>
              <a:solidFill>
                <a:schemeClr val="bg2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9" name="Ellipse 8"/>
          <p:cNvSpPr/>
          <p:nvPr/>
        </p:nvSpPr>
        <p:spPr bwMode="auto">
          <a:xfrm>
            <a:off x="-847725" y="2604975"/>
            <a:ext cx="552450" cy="552450"/>
          </a:xfrm>
          <a:prstGeom prst="ellipse">
            <a:avLst/>
          </a:prstGeom>
          <a:solidFill>
            <a:srgbClr val="509E2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00" b="1" i="0" u="none" strike="noStrike" cap="none" normalizeH="0" baseline="0">
              <a:ln>
                <a:noFill/>
              </a:ln>
              <a:solidFill>
                <a:schemeClr val="bg2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0" name="Ellipse 9"/>
          <p:cNvSpPr/>
          <p:nvPr/>
        </p:nvSpPr>
        <p:spPr bwMode="auto">
          <a:xfrm>
            <a:off x="-847725" y="3157425"/>
            <a:ext cx="552450" cy="552450"/>
          </a:xfrm>
          <a:prstGeom prst="ellipse">
            <a:avLst/>
          </a:prstGeom>
          <a:solidFill>
            <a:srgbClr val="005BBB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00" b="1" i="0" u="none" strike="noStrike" cap="none" normalizeH="0" baseline="0">
              <a:ln>
                <a:noFill/>
              </a:ln>
              <a:solidFill>
                <a:schemeClr val="bg2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1" name="Ellipse 10"/>
          <p:cNvSpPr/>
          <p:nvPr/>
        </p:nvSpPr>
        <p:spPr bwMode="auto">
          <a:xfrm>
            <a:off x="-847725" y="3709875"/>
            <a:ext cx="552450" cy="552450"/>
          </a:xfrm>
          <a:prstGeom prst="ellipse">
            <a:avLst/>
          </a:prstGeom>
          <a:solidFill>
            <a:srgbClr val="001A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00" b="1" i="0" u="none" strike="noStrike" cap="none" normalizeH="0" baseline="0">
              <a:ln>
                <a:noFill/>
              </a:ln>
              <a:solidFill>
                <a:schemeClr val="bg2"/>
              </a:solidFill>
              <a:effectLst/>
              <a:latin typeface="Arial" charset="0"/>
              <a:cs typeface="Arial" charset="0"/>
            </a:endParaRPr>
          </a:p>
        </p:txBody>
      </p:sp>
      <p:pic>
        <p:nvPicPr>
          <p:cNvPr id="12" name="Image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975" y="796138"/>
            <a:ext cx="1420631" cy="608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033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</p:sldLayoutIdLst>
  <p:hf sldNum="0" hdr="0" ftr="0"/>
  <p:txStyles>
    <p:titleStyle>
      <a:lvl1pPr algn="l" rtl="0" eaLnBrk="1" fontAlgn="base" hangingPunct="1">
        <a:lnSpc>
          <a:spcPts val="4000"/>
        </a:lnSpc>
        <a:spcBef>
          <a:spcPct val="0"/>
        </a:spcBef>
        <a:spcAft>
          <a:spcPct val="0"/>
        </a:spcAft>
        <a:defRPr sz="3400">
          <a:solidFill>
            <a:srgbClr val="FE5815"/>
          </a:solidFill>
          <a:latin typeface="+mj-lt"/>
          <a:ea typeface="Arial" charset="0"/>
          <a:cs typeface="+mj-cs"/>
        </a:defRPr>
      </a:lvl1pPr>
      <a:lvl2pPr algn="l" rtl="0" eaLnBrk="1" fontAlgn="base" hangingPunct="1">
        <a:lnSpc>
          <a:spcPts val="4000"/>
        </a:lnSpc>
        <a:spcBef>
          <a:spcPct val="0"/>
        </a:spcBef>
        <a:spcAft>
          <a:spcPct val="0"/>
        </a:spcAft>
        <a:defRPr sz="3400">
          <a:solidFill>
            <a:srgbClr val="FE5815"/>
          </a:solidFill>
          <a:latin typeface="Arial" charset="0"/>
          <a:ea typeface="Arial" charset="0"/>
          <a:cs typeface="Arial" charset="0"/>
        </a:defRPr>
      </a:lvl2pPr>
      <a:lvl3pPr algn="l" rtl="0" eaLnBrk="1" fontAlgn="base" hangingPunct="1">
        <a:lnSpc>
          <a:spcPts val="4000"/>
        </a:lnSpc>
        <a:spcBef>
          <a:spcPct val="0"/>
        </a:spcBef>
        <a:spcAft>
          <a:spcPct val="0"/>
        </a:spcAft>
        <a:defRPr sz="3400">
          <a:solidFill>
            <a:srgbClr val="FE5815"/>
          </a:solidFill>
          <a:latin typeface="Arial" charset="0"/>
          <a:ea typeface="Arial" charset="0"/>
          <a:cs typeface="Arial" charset="0"/>
        </a:defRPr>
      </a:lvl3pPr>
      <a:lvl4pPr algn="l" rtl="0" eaLnBrk="1" fontAlgn="base" hangingPunct="1">
        <a:lnSpc>
          <a:spcPts val="4000"/>
        </a:lnSpc>
        <a:spcBef>
          <a:spcPct val="0"/>
        </a:spcBef>
        <a:spcAft>
          <a:spcPct val="0"/>
        </a:spcAft>
        <a:defRPr sz="3400">
          <a:solidFill>
            <a:srgbClr val="FE5815"/>
          </a:solidFill>
          <a:latin typeface="Arial" charset="0"/>
          <a:ea typeface="Arial" charset="0"/>
          <a:cs typeface="Arial" charset="0"/>
        </a:defRPr>
      </a:lvl4pPr>
      <a:lvl5pPr algn="l" rtl="0" eaLnBrk="1" fontAlgn="base" hangingPunct="1">
        <a:lnSpc>
          <a:spcPts val="4000"/>
        </a:lnSpc>
        <a:spcBef>
          <a:spcPct val="0"/>
        </a:spcBef>
        <a:spcAft>
          <a:spcPct val="0"/>
        </a:spcAft>
        <a:defRPr sz="3400">
          <a:solidFill>
            <a:srgbClr val="FE5815"/>
          </a:solidFill>
          <a:latin typeface="Arial" charset="0"/>
          <a:ea typeface="Arial" charset="0"/>
          <a:cs typeface="Arial" charset="0"/>
        </a:defRPr>
      </a:lvl5pPr>
      <a:lvl6pPr marL="457200" algn="l" rtl="0" eaLnBrk="1" fontAlgn="base" hangingPunct="1">
        <a:lnSpc>
          <a:spcPts val="4000"/>
        </a:lnSpc>
        <a:spcBef>
          <a:spcPct val="0"/>
        </a:spcBef>
        <a:spcAft>
          <a:spcPct val="0"/>
        </a:spcAft>
        <a:defRPr sz="3400">
          <a:solidFill>
            <a:srgbClr val="E75113"/>
          </a:solidFill>
          <a:latin typeface="Arial" charset="0"/>
          <a:cs typeface="Arial" charset="0"/>
        </a:defRPr>
      </a:lvl6pPr>
      <a:lvl7pPr marL="914400" algn="l" rtl="0" eaLnBrk="1" fontAlgn="base" hangingPunct="1">
        <a:lnSpc>
          <a:spcPts val="4000"/>
        </a:lnSpc>
        <a:spcBef>
          <a:spcPct val="0"/>
        </a:spcBef>
        <a:spcAft>
          <a:spcPct val="0"/>
        </a:spcAft>
        <a:defRPr sz="3400">
          <a:solidFill>
            <a:srgbClr val="E75113"/>
          </a:solidFill>
          <a:latin typeface="Arial" charset="0"/>
          <a:cs typeface="Arial" charset="0"/>
        </a:defRPr>
      </a:lvl7pPr>
      <a:lvl8pPr marL="1371600" algn="l" rtl="0" eaLnBrk="1" fontAlgn="base" hangingPunct="1">
        <a:lnSpc>
          <a:spcPts val="4000"/>
        </a:lnSpc>
        <a:spcBef>
          <a:spcPct val="0"/>
        </a:spcBef>
        <a:spcAft>
          <a:spcPct val="0"/>
        </a:spcAft>
        <a:defRPr sz="3400">
          <a:solidFill>
            <a:srgbClr val="E75113"/>
          </a:solidFill>
          <a:latin typeface="Arial" charset="0"/>
          <a:cs typeface="Arial" charset="0"/>
        </a:defRPr>
      </a:lvl8pPr>
      <a:lvl9pPr marL="1828800" algn="l" rtl="0" eaLnBrk="1" fontAlgn="base" hangingPunct="1">
        <a:lnSpc>
          <a:spcPts val="4000"/>
        </a:lnSpc>
        <a:spcBef>
          <a:spcPct val="0"/>
        </a:spcBef>
        <a:spcAft>
          <a:spcPct val="0"/>
        </a:spcAft>
        <a:defRPr sz="3400">
          <a:solidFill>
            <a:srgbClr val="E75113"/>
          </a:solidFill>
          <a:latin typeface="Arial" charset="0"/>
          <a:cs typeface="Arial" charset="0"/>
        </a:defRPr>
      </a:lvl9pPr>
    </p:titleStyle>
    <p:bodyStyle>
      <a:lvl1pPr marL="342900" indent="-342900" algn="l" rtl="0" eaLnBrk="1" fontAlgn="base" hangingPunct="1">
        <a:lnSpc>
          <a:spcPts val="2400"/>
        </a:lnSpc>
        <a:spcBef>
          <a:spcPct val="0"/>
        </a:spcBef>
        <a:spcAft>
          <a:spcPct val="0"/>
        </a:spcAft>
        <a:buChar char="•"/>
        <a:defRPr sz="1600">
          <a:solidFill>
            <a:srgbClr val="232323"/>
          </a:solidFill>
          <a:latin typeface="+mn-lt"/>
          <a:ea typeface="Arial" charset="0"/>
          <a:cs typeface="+mn-cs"/>
        </a:defRPr>
      </a:lvl1pPr>
      <a:lvl2pPr marL="82550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Arial" charset="0"/>
          <a:cs typeface="+mn-cs"/>
        </a:defRPr>
      </a:lvl2pPr>
      <a:lvl3pPr marL="1233488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Arial" charset="0"/>
          <a:cs typeface="+mn-cs"/>
        </a:defRPr>
      </a:lvl3pPr>
      <a:lvl4pPr marL="1641475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Arial" charset="0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Arial" charset="0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rrondir un rectangle à un seul coin 3"/>
          <p:cNvSpPr/>
          <p:nvPr/>
        </p:nvSpPr>
        <p:spPr>
          <a:xfrm flipH="1">
            <a:off x="552450" y="400050"/>
            <a:ext cx="8051800" cy="4356100"/>
          </a:xfrm>
          <a:prstGeom prst="round1Rect">
            <a:avLst>
              <a:gd name="adj" fmla="val 289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/>
            <a:endParaRPr lang="en-US">
              <a:solidFill>
                <a:srgbClr val="FFFFFF"/>
              </a:solidFill>
              <a:ea typeface="Arial" pitchFamily="-106" charset="0"/>
            </a:endParaRPr>
          </a:p>
        </p:txBody>
      </p:sp>
      <p:sp>
        <p:nvSpPr>
          <p:cNvPr id="6" name="Ellipse 5"/>
          <p:cNvSpPr/>
          <p:nvPr/>
        </p:nvSpPr>
        <p:spPr bwMode="auto">
          <a:xfrm>
            <a:off x="-847725" y="947625"/>
            <a:ext cx="552450" cy="552450"/>
          </a:xfrm>
          <a:prstGeom prst="ellipse">
            <a:avLst/>
          </a:prstGeom>
          <a:solidFill>
            <a:srgbClr val="FE581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00" b="1" i="0" u="none" strike="noStrike" cap="none" normalizeH="0" baseline="0">
              <a:ln>
                <a:noFill/>
              </a:ln>
              <a:solidFill>
                <a:schemeClr val="bg2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7" name="Ellipse 6"/>
          <p:cNvSpPr/>
          <p:nvPr/>
        </p:nvSpPr>
        <p:spPr bwMode="auto">
          <a:xfrm>
            <a:off x="-847725" y="1500075"/>
            <a:ext cx="552450" cy="552450"/>
          </a:xfrm>
          <a:prstGeom prst="ellipse">
            <a:avLst/>
          </a:prstGeom>
          <a:solidFill>
            <a:srgbClr val="FFA02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00" b="1" i="0" u="none" strike="noStrike" cap="none" normalizeH="0" baseline="0">
              <a:ln>
                <a:noFill/>
              </a:ln>
              <a:solidFill>
                <a:schemeClr val="bg2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8" name="Ellipse 7"/>
          <p:cNvSpPr/>
          <p:nvPr/>
        </p:nvSpPr>
        <p:spPr bwMode="auto">
          <a:xfrm>
            <a:off x="-847725" y="2052525"/>
            <a:ext cx="552450" cy="552450"/>
          </a:xfrm>
          <a:prstGeom prst="ellipse">
            <a:avLst/>
          </a:prstGeom>
          <a:solidFill>
            <a:srgbClr val="C4D6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00" b="1" i="0" u="none" strike="noStrike" cap="none" normalizeH="0" baseline="0">
              <a:ln>
                <a:noFill/>
              </a:ln>
              <a:solidFill>
                <a:schemeClr val="bg2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9" name="Ellipse 8"/>
          <p:cNvSpPr/>
          <p:nvPr/>
        </p:nvSpPr>
        <p:spPr bwMode="auto">
          <a:xfrm>
            <a:off x="-847725" y="2604975"/>
            <a:ext cx="552450" cy="552450"/>
          </a:xfrm>
          <a:prstGeom prst="ellipse">
            <a:avLst/>
          </a:prstGeom>
          <a:solidFill>
            <a:srgbClr val="509E2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00" b="1" i="0" u="none" strike="noStrike" cap="none" normalizeH="0" baseline="0">
              <a:ln>
                <a:noFill/>
              </a:ln>
              <a:solidFill>
                <a:schemeClr val="bg2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0" name="Ellipse 9"/>
          <p:cNvSpPr/>
          <p:nvPr/>
        </p:nvSpPr>
        <p:spPr bwMode="auto">
          <a:xfrm>
            <a:off x="-847725" y="3157425"/>
            <a:ext cx="552450" cy="552450"/>
          </a:xfrm>
          <a:prstGeom prst="ellipse">
            <a:avLst/>
          </a:prstGeom>
          <a:solidFill>
            <a:srgbClr val="005BBB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00" b="1" i="0" u="none" strike="noStrike" cap="none" normalizeH="0" baseline="0">
              <a:ln>
                <a:noFill/>
              </a:ln>
              <a:solidFill>
                <a:schemeClr val="bg2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1" name="Ellipse 10"/>
          <p:cNvSpPr/>
          <p:nvPr/>
        </p:nvSpPr>
        <p:spPr bwMode="auto">
          <a:xfrm>
            <a:off x="-847725" y="3709875"/>
            <a:ext cx="552450" cy="552450"/>
          </a:xfrm>
          <a:prstGeom prst="ellipse">
            <a:avLst/>
          </a:prstGeom>
          <a:solidFill>
            <a:srgbClr val="001A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00" b="1" i="0" u="none" strike="noStrike" cap="none" normalizeH="0" baseline="0">
              <a:ln>
                <a:noFill/>
              </a:ln>
              <a:solidFill>
                <a:schemeClr val="bg2"/>
              </a:solidFill>
              <a:effectLst/>
              <a:latin typeface="Arial" charset="0"/>
              <a:cs typeface="Arial" charset="0"/>
            </a:endParaRPr>
          </a:p>
        </p:txBody>
      </p:sp>
      <p:pic>
        <p:nvPicPr>
          <p:cNvPr id="12" name="Image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975" y="796138"/>
            <a:ext cx="1420631" cy="608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895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</p:sldLayoutIdLst>
  <p:hf sldNum="0" hdr="0" ftr="0"/>
  <p:txStyles>
    <p:titleStyle>
      <a:lvl1pPr algn="l" rtl="0" eaLnBrk="1" fontAlgn="base" hangingPunct="1">
        <a:lnSpc>
          <a:spcPts val="4000"/>
        </a:lnSpc>
        <a:spcBef>
          <a:spcPct val="0"/>
        </a:spcBef>
        <a:spcAft>
          <a:spcPct val="0"/>
        </a:spcAft>
        <a:defRPr sz="3400">
          <a:solidFill>
            <a:srgbClr val="FE5815"/>
          </a:solidFill>
          <a:latin typeface="+mj-lt"/>
          <a:ea typeface="Arial" charset="0"/>
          <a:cs typeface="+mj-cs"/>
        </a:defRPr>
      </a:lvl1pPr>
      <a:lvl2pPr algn="l" rtl="0" eaLnBrk="1" fontAlgn="base" hangingPunct="1">
        <a:lnSpc>
          <a:spcPts val="4000"/>
        </a:lnSpc>
        <a:spcBef>
          <a:spcPct val="0"/>
        </a:spcBef>
        <a:spcAft>
          <a:spcPct val="0"/>
        </a:spcAft>
        <a:defRPr sz="3400">
          <a:solidFill>
            <a:srgbClr val="FE5815"/>
          </a:solidFill>
          <a:latin typeface="Arial" charset="0"/>
          <a:ea typeface="Arial" charset="0"/>
          <a:cs typeface="Arial" charset="0"/>
        </a:defRPr>
      </a:lvl2pPr>
      <a:lvl3pPr algn="l" rtl="0" eaLnBrk="1" fontAlgn="base" hangingPunct="1">
        <a:lnSpc>
          <a:spcPts val="4000"/>
        </a:lnSpc>
        <a:spcBef>
          <a:spcPct val="0"/>
        </a:spcBef>
        <a:spcAft>
          <a:spcPct val="0"/>
        </a:spcAft>
        <a:defRPr sz="3400">
          <a:solidFill>
            <a:srgbClr val="FE5815"/>
          </a:solidFill>
          <a:latin typeface="Arial" charset="0"/>
          <a:ea typeface="Arial" charset="0"/>
          <a:cs typeface="Arial" charset="0"/>
        </a:defRPr>
      </a:lvl3pPr>
      <a:lvl4pPr algn="l" rtl="0" eaLnBrk="1" fontAlgn="base" hangingPunct="1">
        <a:lnSpc>
          <a:spcPts val="4000"/>
        </a:lnSpc>
        <a:spcBef>
          <a:spcPct val="0"/>
        </a:spcBef>
        <a:spcAft>
          <a:spcPct val="0"/>
        </a:spcAft>
        <a:defRPr sz="3400">
          <a:solidFill>
            <a:srgbClr val="FE5815"/>
          </a:solidFill>
          <a:latin typeface="Arial" charset="0"/>
          <a:ea typeface="Arial" charset="0"/>
          <a:cs typeface="Arial" charset="0"/>
        </a:defRPr>
      </a:lvl4pPr>
      <a:lvl5pPr algn="l" rtl="0" eaLnBrk="1" fontAlgn="base" hangingPunct="1">
        <a:lnSpc>
          <a:spcPts val="4000"/>
        </a:lnSpc>
        <a:spcBef>
          <a:spcPct val="0"/>
        </a:spcBef>
        <a:spcAft>
          <a:spcPct val="0"/>
        </a:spcAft>
        <a:defRPr sz="3400">
          <a:solidFill>
            <a:srgbClr val="FE5815"/>
          </a:solidFill>
          <a:latin typeface="Arial" charset="0"/>
          <a:ea typeface="Arial" charset="0"/>
          <a:cs typeface="Arial" charset="0"/>
        </a:defRPr>
      </a:lvl5pPr>
      <a:lvl6pPr marL="457200" algn="l" rtl="0" eaLnBrk="1" fontAlgn="base" hangingPunct="1">
        <a:lnSpc>
          <a:spcPts val="4000"/>
        </a:lnSpc>
        <a:spcBef>
          <a:spcPct val="0"/>
        </a:spcBef>
        <a:spcAft>
          <a:spcPct val="0"/>
        </a:spcAft>
        <a:defRPr sz="3400">
          <a:solidFill>
            <a:srgbClr val="E75113"/>
          </a:solidFill>
          <a:latin typeface="Arial" charset="0"/>
          <a:cs typeface="Arial" charset="0"/>
        </a:defRPr>
      </a:lvl6pPr>
      <a:lvl7pPr marL="914400" algn="l" rtl="0" eaLnBrk="1" fontAlgn="base" hangingPunct="1">
        <a:lnSpc>
          <a:spcPts val="4000"/>
        </a:lnSpc>
        <a:spcBef>
          <a:spcPct val="0"/>
        </a:spcBef>
        <a:spcAft>
          <a:spcPct val="0"/>
        </a:spcAft>
        <a:defRPr sz="3400">
          <a:solidFill>
            <a:srgbClr val="E75113"/>
          </a:solidFill>
          <a:latin typeface="Arial" charset="0"/>
          <a:cs typeface="Arial" charset="0"/>
        </a:defRPr>
      </a:lvl7pPr>
      <a:lvl8pPr marL="1371600" algn="l" rtl="0" eaLnBrk="1" fontAlgn="base" hangingPunct="1">
        <a:lnSpc>
          <a:spcPts val="4000"/>
        </a:lnSpc>
        <a:spcBef>
          <a:spcPct val="0"/>
        </a:spcBef>
        <a:spcAft>
          <a:spcPct val="0"/>
        </a:spcAft>
        <a:defRPr sz="3400">
          <a:solidFill>
            <a:srgbClr val="E75113"/>
          </a:solidFill>
          <a:latin typeface="Arial" charset="0"/>
          <a:cs typeface="Arial" charset="0"/>
        </a:defRPr>
      </a:lvl8pPr>
      <a:lvl9pPr marL="1828800" algn="l" rtl="0" eaLnBrk="1" fontAlgn="base" hangingPunct="1">
        <a:lnSpc>
          <a:spcPts val="4000"/>
        </a:lnSpc>
        <a:spcBef>
          <a:spcPct val="0"/>
        </a:spcBef>
        <a:spcAft>
          <a:spcPct val="0"/>
        </a:spcAft>
        <a:defRPr sz="3400">
          <a:solidFill>
            <a:srgbClr val="E75113"/>
          </a:solidFill>
          <a:latin typeface="Arial" charset="0"/>
          <a:cs typeface="Arial" charset="0"/>
        </a:defRPr>
      </a:lvl9pPr>
    </p:titleStyle>
    <p:bodyStyle>
      <a:lvl1pPr marL="342900" indent="-342900" algn="l" rtl="0" eaLnBrk="1" fontAlgn="base" hangingPunct="1">
        <a:lnSpc>
          <a:spcPts val="2400"/>
        </a:lnSpc>
        <a:spcBef>
          <a:spcPct val="0"/>
        </a:spcBef>
        <a:spcAft>
          <a:spcPct val="0"/>
        </a:spcAft>
        <a:buChar char="•"/>
        <a:defRPr sz="1600">
          <a:solidFill>
            <a:srgbClr val="232323"/>
          </a:solidFill>
          <a:latin typeface="+mn-lt"/>
          <a:ea typeface="Arial" charset="0"/>
          <a:cs typeface="+mn-cs"/>
        </a:defRPr>
      </a:lvl1pPr>
      <a:lvl2pPr marL="82550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Arial" charset="0"/>
          <a:cs typeface="+mn-cs"/>
        </a:defRPr>
      </a:lvl2pPr>
      <a:lvl3pPr marL="1233488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Arial" charset="0"/>
          <a:cs typeface="+mn-cs"/>
        </a:defRPr>
      </a:lvl3pPr>
      <a:lvl4pPr marL="1641475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Arial" charset="0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Arial" charset="0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rrondir un rectangle à un seul coin 3"/>
          <p:cNvSpPr/>
          <p:nvPr/>
        </p:nvSpPr>
        <p:spPr>
          <a:xfrm flipH="1">
            <a:off x="552450" y="400050"/>
            <a:ext cx="8051800" cy="4356100"/>
          </a:xfrm>
          <a:prstGeom prst="round1Rect">
            <a:avLst>
              <a:gd name="adj" fmla="val 2893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/>
            <a:endParaRPr lang="en-US">
              <a:solidFill>
                <a:srgbClr val="FFFFFF"/>
              </a:solidFill>
              <a:ea typeface="Arial" pitchFamily="-106" charset="0"/>
            </a:endParaRPr>
          </a:p>
        </p:txBody>
      </p:sp>
      <p:sp>
        <p:nvSpPr>
          <p:cNvPr id="6" name="Ellipse 5"/>
          <p:cNvSpPr/>
          <p:nvPr/>
        </p:nvSpPr>
        <p:spPr bwMode="auto">
          <a:xfrm>
            <a:off x="-847725" y="947625"/>
            <a:ext cx="552450" cy="552450"/>
          </a:xfrm>
          <a:prstGeom prst="ellipse">
            <a:avLst/>
          </a:prstGeom>
          <a:solidFill>
            <a:srgbClr val="FE581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00" b="1" i="0" u="none" strike="noStrike" cap="none" normalizeH="0" baseline="0">
              <a:ln>
                <a:noFill/>
              </a:ln>
              <a:solidFill>
                <a:schemeClr val="bg2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7" name="Ellipse 6"/>
          <p:cNvSpPr/>
          <p:nvPr/>
        </p:nvSpPr>
        <p:spPr bwMode="auto">
          <a:xfrm>
            <a:off x="-847725" y="1500075"/>
            <a:ext cx="552450" cy="552450"/>
          </a:xfrm>
          <a:prstGeom prst="ellipse">
            <a:avLst/>
          </a:prstGeom>
          <a:solidFill>
            <a:srgbClr val="FFA02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00" b="1" i="0" u="none" strike="noStrike" cap="none" normalizeH="0" baseline="0">
              <a:ln>
                <a:noFill/>
              </a:ln>
              <a:solidFill>
                <a:schemeClr val="bg2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8" name="Ellipse 7"/>
          <p:cNvSpPr/>
          <p:nvPr/>
        </p:nvSpPr>
        <p:spPr bwMode="auto">
          <a:xfrm>
            <a:off x="-847725" y="2052525"/>
            <a:ext cx="552450" cy="552450"/>
          </a:xfrm>
          <a:prstGeom prst="ellipse">
            <a:avLst/>
          </a:prstGeom>
          <a:solidFill>
            <a:srgbClr val="C4D6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00" b="1" i="0" u="none" strike="noStrike" cap="none" normalizeH="0" baseline="0">
              <a:ln>
                <a:noFill/>
              </a:ln>
              <a:solidFill>
                <a:schemeClr val="bg2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9" name="Ellipse 8"/>
          <p:cNvSpPr/>
          <p:nvPr/>
        </p:nvSpPr>
        <p:spPr bwMode="auto">
          <a:xfrm>
            <a:off x="-847725" y="2604975"/>
            <a:ext cx="552450" cy="552450"/>
          </a:xfrm>
          <a:prstGeom prst="ellipse">
            <a:avLst/>
          </a:prstGeom>
          <a:solidFill>
            <a:srgbClr val="509E2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00" b="1" i="0" u="none" strike="noStrike" cap="none" normalizeH="0" baseline="0">
              <a:ln>
                <a:noFill/>
              </a:ln>
              <a:solidFill>
                <a:schemeClr val="bg2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0" name="Ellipse 9"/>
          <p:cNvSpPr/>
          <p:nvPr/>
        </p:nvSpPr>
        <p:spPr bwMode="auto">
          <a:xfrm>
            <a:off x="-847725" y="3157425"/>
            <a:ext cx="552450" cy="552450"/>
          </a:xfrm>
          <a:prstGeom prst="ellipse">
            <a:avLst/>
          </a:prstGeom>
          <a:solidFill>
            <a:srgbClr val="005BBB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00" b="1" i="0" u="none" strike="noStrike" cap="none" normalizeH="0" baseline="0">
              <a:ln>
                <a:noFill/>
              </a:ln>
              <a:solidFill>
                <a:schemeClr val="bg2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1" name="Ellipse 10"/>
          <p:cNvSpPr/>
          <p:nvPr/>
        </p:nvSpPr>
        <p:spPr bwMode="auto">
          <a:xfrm>
            <a:off x="-847725" y="3709875"/>
            <a:ext cx="552450" cy="552450"/>
          </a:xfrm>
          <a:prstGeom prst="ellipse">
            <a:avLst/>
          </a:prstGeom>
          <a:solidFill>
            <a:srgbClr val="001A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00" b="1" i="0" u="none" strike="noStrike" cap="none" normalizeH="0" baseline="0">
              <a:ln>
                <a:noFill/>
              </a:ln>
              <a:solidFill>
                <a:schemeClr val="bg2"/>
              </a:solidFill>
              <a:effectLst/>
              <a:latin typeface="Arial" charset="0"/>
              <a:cs typeface="Arial" charset="0"/>
            </a:endParaRPr>
          </a:p>
        </p:txBody>
      </p:sp>
      <p:pic>
        <p:nvPicPr>
          <p:cNvPr id="12" name="Image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975" y="796138"/>
            <a:ext cx="1420631" cy="608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221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</p:sldLayoutIdLst>
  <p:hf sldNum="0" hdr="0" ftr="0"/>
  <p:txStyles>
    <p:titleStyle>
      <a:lvl1pPr algn="l" rtl="0" eaLnBrk="1" fontAlgn="base" hangingPunct="1">
        <a:lnSpc>
          <a:spcPts val="4000"/>
        </a:lnSpc>
        <a:spcBef>
          <a:spcPct val="0"/>
        </a:spcBef>
        <a:spcAft>
          <a:spcPct val="0"/>
        </a:spcAft>
        <a:defRPr sz="3400">
          <a:solidFill>
            <a:srgbClr val="FE5815"/>
          </a:solidFill>
          <a:latin typeface="+mj-lt"/>
          <a:ea typeface="Arial" charset="0"/>
          <a:cs typeface="+mj-cs"/>
        </a:defRPr>
      </a:lvl1pPr>
      <a:lvl2pPr algn="l" rtl="0" eaLnBrk="1" fontAlgn="base" hangingPunct="1">
        <a:lnSpc>
          <a:spcPts val="4000"/>
        </a:lnSpc>
        <a:spcBef>
          <a:spcPct val="0"/>
        </a:spcBef>
        <a:spcAft>
          <a:spcPct val="0"/>
        </a:spcAft>
        <a:defRPr sz="3400">
          <a:solidFill>
            <a:srgbClr val="FE5815"/>
          </a:solidFill>
          <a:latin typeface="Arial" charset="0"/>
          <a:ea typeface="Arial" charset="0"/>
          <a:cs typeface="Arial" charset="0"/>
        </a:defRPr>
      </a:lvl2pPr>
      <a:lvl3pPr algn="l" rtl="0" eaLnBrk="1" fontAlgn="base" hangingPunct="1">
        <a:lnSpc>
          <a:spcPts val="4000"/>
        </a:lnSpc>
        <a:spcBef>
          <a:spcPct val="0"/>
        </a:spcBef>
        <a:spcAft>
          <a:spcPct val="0"/>
        </a:spcAft>
        <a:defRPr sz="3400">
          <a:solidFill>
            <a:srgbClr val="FE5815"/>
          </a:solidFill>
          <a:latin typeface="Arial" charset="0"/>
          <a:ea typeface="Arial" charset="0"/>
          <a:cs typeface="Arial" charset="0"/>
        </a:defRPr>
      </a:lvl3pPr>
      <a:lvl4pPr algn="l" rtl="0" eaLnBrk="1" fontAlgn="base" hangingPunct="1">
        <a:lnSpc>
          <a:spcPts val="4000"/>
        </a:lnSpc>
        <a:spcBef>
          <a:spcPct val="0"/>
        </a:spcBef>
        <a:spcAft>
          <a:spcPct val="0"/>
        </a:spcAft>
        <a:defRPr sz="3400">
          <a:solidFill>
            <a:srgbClr val="FE5815"/>
          </a:solidFill>
          <a:latin typeface="Arial" charset="0"/>
          <a:ea typeface="Arial" charset="0"/>
          <a:cs typeface="Arial" charset="0"/>
        </a:defRPr>
      </a:lvl4pPr>
      <a:lvl5pPr algn="l" rtl="0" eaLnBrk="1" fontAlgn="base" hangingPunct="1">
        <a:lnSpc>
          <a:spcPts val="4000"/>
        </a:lnSpc>
        <a:spcBef>
          <a:spcPct val="0"/>
        </a:spcBef>
        <a:spcAft>
          <a:spcPct val="0"/>
        </a:spcAft>
        <a:defRPr sz="3400">
          <a:solidFill>
            <a:srgbClr val="FE5815"/>
          </a:solidFill>
          <a:latin typeface="Arial" charset="0"/>
          <a:ea typeface="Arial" charset="0"/>
          <a:cs typeface="Arial" charset="0"/>
        </a:defRPr>
      </a:lvl5pPr>
      <a:lvl6pPr marL="457200" algn="l" rtl="0" eaLnBrk="1" fontAlgn="base" hangingPunct="1">
        <a:lnSpc>
          <a:spcPts val="4000"/>
        </a:lnSpc>
        <a:spcBef>
          <a:spcPct val="0"/>
        </a:spcBef>
        <a:spcAft>
          <a:spcPct val="0"/>
        </a:spcAft>
        <a:defRPr sz="3400">
          <a:solidFill>
            <a:srgbClr val="E75113"/>
          </a:solidFill>
          <a:latin typeface="Arial" charset="0"/>
          <a:cs typeface="Arial" charset="0"/>
        </a:defRPr>
      </a:lvl6pPr>
      <a:lvl7pPr marL="914400" algn="l" rtl="0" eaLnBrk="1" fontAlgn="base" hangingPunct="1">
        <a:lnSpc>
          <a:spcPts val="4000"/>
        </a:lnSpc>
        <a:spcBef>
          <a:spcPct val="0"/>
        </a:spcBef>
        <a:spcAft>
          <a:spcPct val="0"/>
        </a:spcAft>
        <a:defRPr sz="3400">
          <a:solidFill>
            <a:srgbClr val="E75113"/>
          </a:solidFill>
          <a:latin typeface="Arial" charset="0"/>
          <a:cs typeface="Arial" charset="0"/>
        </a:defRPr>
      </a:lvl7pPr>
      <a:lvl8pPr marL="1371600" algn="l" rtl="0" eaLnBrk="1" fontAlgn="base" hangingPunct="1">
        <a:lnSpc>
          <a:spcPts val="4000"/>
        </a:lnSpc>
        <a:spcBef>
          <a:spcPct val="0"/>
        </a:spcBef>
        <a:spcAft>
          <a:spcPct val="0"/>
        </a:spcAft>
        <a:defRPr sz="3400">
          <a:solidFill>
            <a:srgbClr val="E75113"/>
          </a:solidFill>
          <a:latin typeface="Arial" charset="0"/>
          <a:cs typeface="Arial" charset="0"/>
        </a:defRPr>
      </a:lvl8pPr>
      <a:lvl9pPr marL="1828800" algn="l" rtl="0" eaLnBrk="1" fontAlgn="base" hangingPunct="1">
        <a:lnSpc>
          <a:spcPts val="4000"/>
        </a:lnSpc>
        <a:spcBef>
          <a:spcPct val="0"/>
        </a:spcBef>
        <a:spcAft>
          <a:spcPct val="0"/>
        </a:spcAft>
        <a:defRPr sz="3400">
          <a:solidFill>
            <a:srgbClr val="E75113"/>
          </a:solidFill>
          <a:latin typeface="Arial" charset="0"/>
          <a:cs typeface="Arial" charset="0"/>
        </a:defRPr>
      </a:lvl9pPr>
    </p:titleStyle>
    <p:bodyStyle>
      <a:lvl1pPr marL="342900" indent="-342900" algn="l" rtl="0" eaLnBrk="1" fontAlgn="base" hangingPunct="1">
        <a:lnSpc>
          <a:spcPts val="2400"/>
        </a:lnSpc>
        <a:spcBef>
          <a:spcPct val="0"/>
        </a:spcBef>
        <a:spcAft>
          <a:spcPct val="0"/>
        </a:spcAft>
        <a:buChar char="•"/>
        <a:defRPr sz="1600">
          <a:solidFill>
            <a:srgbClr val="232323"/>
          </a:solidFill>
          <a:latin typeface="+mn-lt"/>
          <a:ea typeface="Arial" charset="0"/>
          <a:cs typeface="+mn-cs"/>
        </a:defRPr>
      </a:lvl1pPr>
      <a:lvl2pPr marL="82550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Arial" charset="0"/>
          <a:cs typeface="+mn-cs"/>
        </a:defRPr>
      </a:lvl2pPr>
      <a:lvl3pPr marL="1233488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Arial" charset="0"/>
          <a:cs typeface="+mn-cs"/>
        </a:defRPr>
      </a:lvl3pPr>
      <a:lvl4pPr marL="1641475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Arial" charset="0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Arial" charset="0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rrondir un rectangle à un seul coin 3"/>
          <p:cNvSpPr/>
          <p:nvPr/>
        </p:nvSpPr>
        <p:spPr>
          <a:xfrm flipH="1">
            <a:off x="552450" y="400050"/>
            <a:ext cx="8051800" cy="4356100"/>
          </a:xfrm>
          <a:prstGeom prst="round1Rect">
            <a:avLst>
              <a:gd name="adj" fmla="val 2893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/>
            <a:endParaRPr lang="en-US">
              <a:solidFill>
                <a:srgbClr val="FFFFFF"/>
              </a:solidFill>
              <a:ea typeface="Arial" pitchFamily="-106" charset="0"/>
            </a:endParaRPr>
          </a:p>
        </p:txBody>
      </p:sp>
      <p:sp>
        <p:nvSpPr>
          <p:cNvPr id="6" name="Ellipse 5"/>
          <p:cNvSpPr/>
          <p:nvPr/>
        </p:nvSpPr>
        <p:spPr bwMode="auto">
          <a:xfrm>
            <a:off x="-847725" y="947625"/>
            <a:ext cx="552450" cy="552450"/>
          </a:xfrm>
          <a:prstGeom prst="ellipse">
            <a:avLst/>
          </a:prstGeom>
          <a:solidFill>
            <a:srgbClr val="FE581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00" b="1" i="0" u="none" strike="noStrike" cap="none" normalizeH="0" baseline="0">
              <a:ln>
                <a:noFill/>
              </a:ln>
              <a:solidFill>
                <a:schemeClr val="bg2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7" name="Ellipse 6"/>
          <p:cNvSpPr/>
          <p:nvPr/>
        </p:nvSpPr>
        <p:spPr bwMode="auto">
          <a:xfrm>
            <a:off x="-847725" y="1500075"/>
            <a:ext cx="552450" cy="552450"/>
          </a:xfrm>
          <a:prstGeom prst="ellipse">
            <a:avLst/>
          </a:prstGeom>
          <a:solidFill>
            <a:srgbClr val="FFA02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00" b="1" i="0" u="none" strike="noStrike" cap="none" normalizeH="0" baseline="0">
              <a:ln>
                <a:noFill/>
              </a:ln>
              <a:solidFill>
                <a:schemeClr val="bg2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8" name="Ellipse 7"/>
          <p:cNvSpPr/>
          <p:nvPr/>
        </p:nvSpPr>
        <p:spPr bwMode="auto">
          <a:xfrm>
            <a:off x="-847725" y="2052525"/>
            <a:ext cx="552450" cy="552450"/>
          </a:xfrm>
          <a:prstGeom prst="ellipse">
            <a:avLst/>
          </a:prstGeom>
          <a:solidFill>
            <a:srgbClr val="C4D6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00" b="1" i="0" u="none" strike="noStrike" cap="none" normalizeH="0" baseline="0">
              <a:ln>
                <a:noFill/>
              </a:ln>
              <a:solidFill>
                <a:schemeClr val="bg2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9" name="Ellipse 8"/>
          <p:cNvSpPr/>
          <p:nvPr/>
        </p:nvSpPr>
        <p:spPr bwMode="auto">
          <a:xfrm>
            <a:off x="-847725" y="2604975"/>
            <a:ext cx="552450" cy="552450"/>
          </a:xfrm>
          <a:prstGeom prst="ellipse">
            <a:avLst/>
          </a:prstGeom>
          <a:solidFill>
            <a:srgbClr val="509E2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00" b="1" i="0" u="none" strike="noStrike" cap="none" normalizeH="0" baseline="0">
              <a:ln>
                <a:noFill/>
              </a:ln>
              <a:solidFill>
                <a:schemeClr val="bg2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0" name="Ellipse 9"/>
          <p:cNvSpPr/>
          <p:nvPr/>
        </p:nvSpPr>
        <p:spPr bwMode="auto">
          <a:xfrm>
            <a:off x="-847725" y="3157425"/>
            <a:ext cx="552450" cy="552450"/>
          </a:xfrm>
          <a:prstGeom prst="ellipse">
            <a:avLst/>
          </a:prstGeom>
          <a:solidFill>
            <a:srgbClr val="005BBB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00" b="1" i="0" u="none" strike="noStrike" cap="none" normalizeH="0" baseline="0">
              <a:ln>
                <a:noFill/>
              </a:ln>
              <a:solidFill>
                <a:schemeClr val="bg2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1" name="Ellipse 10"/>
          <p:cNvSpPr/>
          <p:nvPr/>
        </p:nvSpPr>
        <p:spPr bwMode="auto">
          <a:xfrm>
            <a:off x="-847725" y="3709875"/>
            <a:ext cx="552450" cy="552450"/>
          </a:xfrm>
          <a:prstGeom prst="ellipse">
            <a:avLst/>
          </a:prstGeom>
          <a:solidFill>
            <a:srgbClr val="001A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00" b="1" i="0" u="none" strike="noStrike" cap="none" normalizeH="0" baseline="0">
              <a:ln>
                <a:noFill/>
              </a:ln>
              <a:solidFill>
                <a:schemeClr val="bg2"/>
              </a:solidFill>
              <a:effectLst/>
              <a:latin typeface="Arial" charset="0"/>
              <a:cs typeface="Arial" charset="0"/>
            </a:endParaRPr>
          </a:p>
        </p:txBody>
      </p:sp>
      <p:pic>
        <p:nvPicPr>
          <p:cNvPr id="12" name="Image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975" y="796138"/>
            <a:ext cx="1420631" cy="608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929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</p:sldLayoutIdLst>
  <p:hf sldNum="0" hdr="0" ftr="0"/>
  <p:txStyles>
    <p:titleStyle>
      <a:lvl1pPr algn="l" rtl="0" eaLnBrk="1" fontAlgn="base" hangingPunct="1">
        <a:lnSpc>
          <a:spcPts val="4000"/>
        </a:lnSpc>
        <a:spcBef>
          <a:spcPct val="0"/>
        </a:spcBef>
        <a:spcAft>
          <a:spcPct val="0"/>
        </a:spcAft>
        <a:defRPr sz="3400">
          <a:solidFill>
            <a:srgbClr val="FE5815"/>
          </a:solidFill>
          <a:latin typeface="+mj-lt"/>
          <a:ea typeface="Arial" charset="0"/>
          <a:cs typeface="+mj-cs"/>
        </a:defRPr>
      </a:lvl1pPr>
      <a:lvl2pPr algn="l" rtl="0" eaLnBrk="1" fontAlgn="base" hangingPunct="1">
        <a:lnSpc>
          <a:spcPts val="4000"/>
        </a:lnSpc>
        <a:spcBef>
          <a:spcPct val="0"/>
        </a:spcBef>
        <a:spcAft>
          <a:spcPct val="0"/>
        </a:spcAft>
        <a:defRPr sz="3400">
          <a:solidFill>
            <a:srgbClr val="FE5815"/>
          </a:solidFill>
          <a:latin typeface="Arial" charset="0"/>
          <a:ea typeface="Arial" charset="0"/>
          <a:cs typeface="Arial" charset="0"/>
        </a:defRPr>
      </a:lvl2pPr>
      <a:lvl3pPr algn="l" rtl="0" eaLnBrk="1" fontAlgn="base" hangingPunct="1">
        <a:lnSpc>
          <a:spcPts val="4000"/>
        </a:lnSpc>
        <a:spcBef>
          <a:spcPct val="0"/>
        </a:spcBef>
        <a:spcAft>
          <a:spcPct val="0"/>
        </a:spcAft>
        <a:defRPr sz="3400">
          <a:solidFill>
            <a:srgbClr val="FE5815"/>
          </a:solidFill>
          <a:latin typeface="Arial" charset="0"/>
          <a:ea typeface="Arial" charset="0"/>
          <a:cs typeface="Arial" charset="0"/>
        </a:defRPr>
      </a:lvl3pPr>
      <a:lvl4pPr algn="l" rtl="0" eaLnBrk="1" fontAlgn="base" hangingPunct="1">
        <a:lnSpc>
          <a:spcPts val="4000"/>
        </a:lnSpc>
        <a:spcBef>
          <a:spcPct val="0"/>
        </a:spcBef>
        <a:spcAft>
          <a:spcPct val="0"/>
        </a:spcAft>
        <a:defRPr sz="3400">
          <a:solidFill>
            <a:srgbClr val="FE5815"/>
          </a:solidFill>
          <a:latin typeface="Arial" charset="0"/>
          <a:ea typeface="Arial" charset="0"/>
          <a:cs typeface="Arial" charset="0"/>
        </a:defRPr>
      </a:lvl4pPr>
      <a:lvl5pPr algn="l" rtl="0" eaLnBrk="1" fontAlgn="base" hangingPunct="1">
        <a:lnSpc>
          <a:spcPts val="4000"/>
        </a:lnSpc>
        <a:spcBef>
          <a:spcPct val="0"/>
        </a:spcBef>
        <a:spcAft>
          <a:spcPct val="0"/>
        </a:spcAft>
        <a:defRPr sz="3400">
          <a:solidFill>
            <a:srgbClr val="FE5815"/>
          </a:solidFill>
          <a:latin typeface="Arial" charset="0"/>
          <a:ea typeface="Arial" charset="0"/>
          <a:cs typeface="Arial" charset="0"/>
        </a:defRPr>
      </a:lvl5pPr>
      <a:lvl6pPr marL="457200" algn="l" rtl="0" eaLnBrk="1" fontAlgn="base" hangingPunct="1">
        <a:lnSpc>
          <a:spcPts val="4000"/>
        </a:lnSpc>
        <a:spcBef>
          <a:spcPct val="0"/>
        </a:spcBef>
        <a:spcAft>
          <a:spcPct val="0"/>
        </a:spcAft>
        <a:defRPr sz="3400">
          <a:solidFill>
            <a:srgbClr val="E75113"/>
          </a:solidFill>
          <a:latin typeface="Arial" charset="0"/>
          <a:cs typeface="Arial" charset="0"/>
        </a:defRPr>
      </a:lvl6pPr>
      <a:lvl7pPr marL="914400" algn="l" rtl="0" eaLnBrk="1" fontAlgn="base" hangingPunct="1">
        <a:lnSpc>
          <a:spcPts val="4000"/>
        </a:lnSpc>
        <a:spcBef>
          <a:spcPct val="0"/>
        </a:spcBef>
        <a:spcAft>
          <a:spcPct val="0"/>
        </a:spcAft>
        <a:defRPr sz="3400">
          <a:solidFill>
            <a:srgbClr val="E75113"/>
          </a:solidFill>
          <a:latin typeface="Arial" charset="0"/>
          <a:cs typeface="Arial" charset="0"/>
        </a:defRPr>
      </a:lvl7pPr>
      <a:lvl8pPr marL="1371600" algn="l" rtl="0" eaLnBrk="1" fontAlgn="base" hangingPunct="1">
        <a:lnSpc>
          <a:spcPts val="4000"/>
        </a:lnSpc>
        <a:spcBef>
          <a:spcPct val="0"/>
        </a:spcBef>
        <a:spcAft>
          <a:spcPct val="0"/>
        </a:spcAft>
        <a:defRPr sz="3400">
          <a:solidFill>
            <a:srgbClr val="E75113"/>
          </a:solidFill>
          <a:latin typeface="Arial" charset="0"/>
          <a:cs typeface="Arial" charset="0"/>
        </a:defRPr>
      </a:lvl8pPr>
      <a:lvl9pPr marL="1828800" algn="l" rtl="0" eaLnBrk="1" fontAlgn="base" hangingPunct="1">
        <a:lnSpc>
          <a:spcPts val="4000"/>
        </a:lnSpc>
        <a:spcBef>
          <a:spcPct val="0"/>
        </a:spcBef>
        <a:spcAft>
          <a:spcPct val="0"/>
        </a:spcAft>
        <a:defRPr sz="3400">
          <a:solidFill>
            <a:srgbClr val="E75113"/>
          </a:solidFill>
          <a:latin typeface="Arial" charset="0"/>
          <a:cs typeface="Arial" charset="0"/>
        </a:defRPr>
      </a:lvl9pPr>
    </p:titleStyle>
    <p:bodyStyle>
      <a:lvl1pPr marL="342900" indent="-342900" algn="l" rtl="0" eaLnBrk="1" fontAlgn="base" hangingPunct="1">
        <a:lnSpc>
          <a:spcPts val="2400"/>
        </a:lnSpc>
        <a:spcBef>
          <a:spcPct val="0"/>
        </a:spcBef>
        <a:spcAft>
          <a:spcPct val="0"/>
        </a:spcAft>
        <a:buChar char="•"/>
        <a:defRPr sz="1600">
          <a:solidFill>
            <a:srgbClr val="232323"/>
          </a:solidFill>
          <a:latin typeface="+mn-lt"/>
          <a:ea typeface="Arial" charset="0"/>
          <a:cs typeface="+mn-cs"/>
        </a:defRPr>
      </a:lvl1pPr>
      <a:lvl2pPr marL="82550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Arial" charset="0"/>
          <a:cs typeface="+mn-cs"/>
        </a:defRPr>
      </a:lvl2pPr>
      <a:lvl3pPr marL="1233488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Arial" charset="0"/>
          <a:cs typeface="+mn-cs"/>
        </a:defRPr>
      </a:lvl3pPr>
      <a:lvl4pPr marL="1641475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Arial" charset="0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Arial" charset="0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rrondir un rectangle à un seul coin 3"/>
          <p:cNvSpPr/>
          <p:nvPr/>
        </p:nvSpPr>
        <p:spPr>
          <a:xfrm flipH="1">
            <a:off x="552450" y="400050"/>
            <a:ext cx="8051800" cy="4356100"/>
          </a:xfrm>
          <a:prstGeom prst="round1Rect">
            <a:avLst>
              <a:gd name="adj" fmla="val 2893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/>
            <a:endParaRPr lang="en-US">
              <a:solidFill>
                <a:srgbClr val="FFFFFF"/>
              </a:solidFill>
              <a:ea typeface="Arial" pitchFamily="-106" charset="0"/>
            </a:endParaRPr>
          </a:p>
        </p:txBody>
      </p:sp>
      <p:sp>
        <p:nvSpPr>
          <p:cNvPr id="6" name="Ellipse 5"/>
          <p:cNvSpPr/>
          <p:nvPr/>
        </p:nvSpPr>
        <p:spPr bwMode="auto">
          <a:xfrm>
            <a:off x="-847725" y="947625"/>
            <a:ext cx="552450" cy="552450"/>
          </a:xfrm>
          <a:prstGeom prst="ellipse">
            <a:avLst/>
          </a:prstGeom>
          <a:solidFill>
            <a:srgbClr val="FE581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00" b="1" i="0" u="none" strike="noStrike" cap="none" normalizeH="0" baseline="0">
              <a:ln>
                <a:noFill/>
              </a:ln>
              <a:solidFill>
                <a:schemeClr val="bg2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7" name="Ellipse 6"/>
          <p:cNvSpPr/>
          <p:nvPr/>
        </p:nvSpPr>
        <p:spPr bwMode="auto">
          <a:xfrm>
            <a:off x="-847725" y="1500075"/>
            <a:ext cx="552450" cy="552450"/>
          </a:xfrm>
          <a:prstGeom prst="ellipse">
            <a:avLst/>
          </a:prstGeom>
          <a:solidFill>
            <a:srgbClr val="FFA02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00" b="1" i="0" u="none" strike="noStrike" cap="none" normalizeH="0" baseline="0">
              <a:ln>
                <a:noFill/>
              </a:ln>
              <a:solidFill>
                <a:schemeClr val="bg2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8" name="Ellipse 7"/>
          <p:cNvSpPr/>
          <p:nvPr/>
        </p:nvSpPr>
        <p:spPr bwMode="auto">
          <a:xfrm>
            <a:off x="-847725" y="2052525"/>
            <a:ext cx="552450" cy="552450"/>
          </a:xfrm>
          <a:prstGeom prst="ellipse">
            <a:avLst/>
          </a:prstGeom>
          <a:solidFill>
            <a:srgbClr val="C4D6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00" b="1" i="0" u="none" strike="noStrike" cap="none" normalizeH="0" baseline="0">
              <a:ln>
                <a:noFill/>
              </a:ln>
              <a:solidFill>
                <a:schemeClr val="bg2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9" name="Ellipse 8"/>
          <p:cNvSpPr/>
          <p:nvPr/>
        </p:nvSpPr>
        <p:spPr bwMode="auto">
          <a:xfrm>
            <a:off x="-847725" y="2604975"/>
            <a:ext cx="552450" cy="552450"/>
          </a:xfrm>
          <a:prstGeom prst="ellipse">
            <a:avLst/>
          </a:prstGeom>
          <a:solidFill>
            <a:srgbClr val="509E2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00" b="1" i="0" u="none" strike="noStrike" cap="none" normalizeH="0" baseline="0">
              <a:ln>
                <a:noFill/>
              </a:ln>
              <a:solidFill>
                <a:schemeClr val="bg2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0" name="Ellipse 9"/>
          <p:cNvSpPr/>
          <p:nvPr/>
        </p:nvSpPr>
        <p:spPr bwMode="auto">
          <a:xfrm>
            <a:off x="-847725" y="3157425"/>
            <a:ext cx="552450" cy="552450"/>
          </a:xfrm>
          <a:prstGeom prst="ellipse">
            <a:avLst/>
          </a:prstGeom>
          <a:solidFill>
            <a:srgbClr val="005BBB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00" b="1" i="0" u="none" strike="noStrike" cap="none" normalizeH="0" baseline="0">
              <a:ln>
                <a:noFill/>
              </a:ln>
              <a:solidFill>
                <a:schemeClr val="bg2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1" name="Ellipse 10"/>
          <p:cNvSpPr/>
          <p:nvPr/>
        </p:nvSpPr>
        <p:spPr bwMode="auto">
          <a:xfrm>
            <a:off x="-847725" y="3709875"/>
            <a:ext cx="552450" cy="552450"/>
          </a:xfrm>
          <a:prstGeom prst="ellipse">
            <a:avLst/>
          </a:prstGeom>
          <a:solidFill>
            <a:srgbClr val="001A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00" b="1" i="0" u="none" strike="noStrike" cap="none" normalizeH="0" baseline="0">
              <a:ln>
                <a:noFill/>
              </a:ln>
              <a:solidFill>
                <a:schemeClr val="bg2"/>
              </a:solidFill>
              <a:effectLst/>
              <a:latin typeface="Arial" charset="0"/>
              <a:cs typeface="Arial" charset="0"/>
            </a:endParaRPr>
          </a:p>
        </p:txBody>
      </p:sp>
      <p:pic>
        <p:nvPicPr>
          <p:cNvPr id="12" name="Image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975" y="796138"/>
            <a:ext cx="1420631" cy="608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694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3" r:id="rId2"/>
  </p:sldLayoutIdLst>
  <p:hf sldNum="0" hdr="0" ftr="0"/>
  <p:txStyles>
    <p:titleStyle>
      <a:lvl1pPr algn="l" rtl="0" eaLnBrk="1" fontAlgn="base" hangingPunct="1">
        <a:lnSpc>
          <a:spcPts val="4000"/>
        </a:lnSpc>
        <a:spcBef>
          <a:spcPct val="0"/>
        </a:spcBef>
        <a:spcAft>
          <a:spcPct val="0"/>
        </a:spcAft>
        <a:defRPr sz="3400">
          <a:solidFill>
            <a:srgbClr val="FE5815"/>
          </a:solidFill>
          <a:latin typeface="+mj-lt"/>
          <a:ea typeface="Arial" charset="0"/>
          <a:cs typeface="+mj-cs"/>
        </a:defRPr>
      </a:lvl1pPr>
      <a:lvl2pPr algn="l" rtl="0" eaLnBrk="1" fontAlgn="base" hangingPunct="1">
        <a:lnSpc>
          <a:spcPts val="4000"/>
        </a:lnSpc>
        <a:spcBef>
          <a:spcPct val="0"/>
        </a:spcBef>
        <a:spcAft>
          <a:spcPct val="0"/>
        </a:spcAft>
        <a:defRPr sz="3400">
          <a:solidFill>
            <a:srgbClr val="FE5815"/>
          </a:solidFill>
          <a:latin typeface="Arial" charset="0"/>
          <a:ea typeface="Arial" charset="0"/>
          <a:cs typeface="Arial" charset="0"/>
        </a:defRPr>
      </a:lvl2pPr>
      <a:lvl3pPr algn="l" rtl="0" eaLnBrk="1" fontAlgn="base" hangingPunct="1">
        <a:lnSpc>
          <a:spcPts val="4000"/>
        </a:lnSpc>
        <a:spcBef>
          <a:spcPct val="0"/>
        </a:spcBef>
        <a:spcAft>
          <a:spcPct val="0"/>
        </a:spcAft>
        <a:defRPr sz="3400">
          <a:solidFill>
            <a:srgbClr val="FE5815"/>
          </a:solidFill>
          <a:latin typeface="Arial" charset="0"/>
          <a:ea typeface="Arial" charset="0"/>
          <a:cs typeface="Arial" charset="0"/>
        </a:defRPr>
      </a:lvl3pPr>
      <a:lvl4pPr algn="l" rtl="0" eaLnBrk="1" fontAlgn="base" hangingPunct="1">
        <a:lnSpc>
          <a:spcPts val="4000"/>
        </a:lnSpc>
        <a:spcBef>
          <a:spcPct val="0"/>
        </a:spcBef>
        <a:spcAft>
          <a:spcPct val="0"/>
        </a:spcAft>
        <a:defRPr sz="3400">
          <a:solidFill>
            <a:srgbClr val="FE5815"/>
          </a:solidFill>
          <a:latin typeface="Arial" charset="0"/>
          <a:ea typeface="Arial" charset="0"/>
          <a:cs typeface="Arial" charset="0"/>
        </a:defRPr>
      </a:lvl4pPr>
      <a:lvl5pPr algn="l" rtl="0" eaLnBrk="1" fontAlgn="base" hangingPunct="1">
        <a:lnSpc>
          <a:spcPts val="4000"/>
        </a:lnSpc>
        <a:spcBef>
          <a:spcPct val="0"/>
        </a:spcBef>
        <a:spcAft>
          <a:spcPct val="0"/>
        </a:spcAft>
        <a:defRPr sz="3400">
          <a:solidFill>
            <a:srgbClr val="FE5815"/>
          </a:solidFill>
          <a:latin typeface="Arial" charset="0"/>
          <a:ea typeface="Arial" charset="0"/>
          <a:cs typeface="Arial" charset="0"/>
        </a:defRPr>
      </a:lvl5pPr>
      <a:lvl6pPr marL="457200" algn="l" rtl="0" eaLnBrk="1" fontAlgn="base" hangingPunct="1">
        <a:lnSpc>
          <a:spcPts val="4000"/>
        </a:lnSpc>
        <a:spcBef>
          <a:spcPct val="0"/>
        </a:spcBef>
        <a:spcAft>
          <a:spcPct val="0"/>
        </a:spcAft>
        <a:defRPr sz="3400">
          <a:solidFill>
            <a:srgbClr val="E75113"/>
          </a:solidFill>
          <a:latin typeface="Arial" charset="0"/>
          <a:cs typeface="Arial" charset="0"/>
        </a:defRPr>
      </a:lvl6pPr>
      <a:lvl7pPr marL="914400" algn="l" rtl="0" eaLnBrk="1" fontAlgn="base" hangingPunct="1">
        <a:lnSpc>
          <a:spcPts val="4000"/>
        </a:lnSpc>
        <a:spcBef>
          <a:spcPct val="0"/>
        </a:spcBef>
        <a:spcAft>
          <a:spcPct val="0"/>
        </a:spcAft>
        <a:defRPr sz="3400">
          <a:solidFill>
            <a:srgbClr val="E75113"/>
          </a:solidFill>
          <a:latin typeface="Arial" charset="0"/>
          <a:cs typeface="Arial" charset="0"/>
        </a:defRPr>
      </a:lvl7pPr>
      <a:lvl8pPr marL="1371600" algn="l" rtl="0" eaLnBrk="1" fontAlgn="base" hangingPunct="1">
        <a:lnSpc>
          <a:spcPts val="4000"/>
        </a:lnSpc>
        <a:spcBef>
          <a:spcPct val="0"/>
        </a:spcBef>
        <a:spcAft>
          <a:spcPct val="0"/>
        </a:spcAft>
        <a:defRPr sz="3400">
          <a:solidFill>
            <a:srgbClr val="E75113"/>
          </a:solidFill>
          <a:latin typeface="Arial" charset="0"/>
          <a:cs typeface="Arial" charset="0"/>
        </a:defRPr>
      </a:lvl8pPr>
      <a:lvl9pPr marL="1828800" algn="l" rtl="0" eaLnBrk="1" fontAlgn="base" hangingPunct="1">
        <a:lnSpc>
          <a:spcPts val="4000"/>
        </a:lnSpc>
        <a:spcBef>
          <a:spcPct val="0"/>
        </a:spcBef>
        <a:spcAft>
          <a:spcPct val="0"/>
        </a:spcAft>
        <a:defRPr sz="3400">
          <a:solidFill>
            <a:srgbClr val="E75113"/>
          </a:solidFill>
          <a:latin typeface="Arial" charset="0"/>
          <a:cs typeface="Arial" charset="0"/>
        </a:defRPr>
      </a:lvl9pPr>
    </p:titleStyle>
    <p:bodyStyle>
      <a:lvl1pPr marL="342900" indent="-342900" algn="l" rtl="0" eaLnBrk="1" fontAlgn="base" hangingPunct="1">
        <a:lnSpc>
          <a:spcPts val="2400"/>
        </a:lnSpc>
        <a:spcBef>
          <a:spcPct val="0"/>
        </a:spcBef>
        <a:spcAft>
          <a:spcPct val="0"/>
        </a:spcAft>
        <a:buChar char="•"/>
        <a:defRPr sz="1600">
          <a:solidFill>
            <a:srgbClr val="232323"/>
          </a:solidFill>
          <a:latin typeface="+mn-lt"/>
          <a:ea typeface="Arial" charset="0"/>
          <a:cs typeface="+mn-cs"/>
        </a:defRPr>
      </a:lvl1pPr>
      <a:lvl2pPr marL="82550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Arial" charset="0"/>
          <a:cs typeface="+mn-cs"/>
        </a:defRPr>
      </a:lvl2pPr>
      <a:lvl3pPr marL="1233488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Arial" charset="0"/>
          <a:cs typeface="+mn-cs"/>
        </a:defRPr>
      </a:lvl3pPr>
      <a:lvl4pPr marL="1641475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Arial" charset="0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Arial" charset="0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EDF_Energy.ai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63"/>
              <a:stretch>
                <a:fillRect/>
              </a:stretch>
            </p:blipFill>
          </mc:Choice>
          <mc:Fallback>
            <p:blipFill>
              <a:blip r:embed="rId64"/>
              <a:stretch>
                <a:fillRect/>
              </a:stretch>
            </p:blipFill>
          </mc:Fallback>
        </mc:AlternateContent>
        <p:spPr>
          <a:xfrm>
            <a:off x="439044" y="361950"/>
            <a:ext cx="1203158" cy="666750"/>
          </a:xfrm>
          <a:prstGeom prst="rect">
            <a:avLst/>
          </a:prstGeom>
        </p:spPr>
      </p:pic>
      <p:sp>
        <p:nvSpPr>
          <p:cNvPr id="4" name="Ellipse 3"/>
          <p:cNvSpPr/>
          <p:nvPr/>
        </p:nvSpPr>
        <p:spPr bwMode="auto">
          <a:xfrm>
            <a:off x="-847725" y="947625"/>
            <a:ext cx="552450" cy="552450"/>
          </a:xfrm>
          <a:prstGeom prst="ellipse">
            <a:avLst/>
          </a:prstGeom>
          <a:solidFill>
            <a:srgbClr val="FE581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BE" sz="1000" b="1" i="0" u="none" strike="noStrike" cap="none" normalizeH="0" baseline="0">
              <a:ln>
                <a:noFill/>
              </a:ln>
              <a:solidFill>
                <a:schemeClr val="bg2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5" name="Ellipse 4"/>
          <p:cNvSpPr/>
          <p:nvPr/>
        </p:nvSpPr>
        <p:spPr bwMode="auto">
          <a:xfrm>
            <a:off x="-847725" y="1500075"/>
            <a:ext cx="552450" cy="552450"/>
          </a:xfrm>
          <a:prstGeom prst="ellipse">
            <a:avLst/>
          </a:prstGeom>
          <a:solidFill>
            <a:srgbClr val="FFA02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BE" sz="1000" b="1" i="0" u="none" strike="noStrike" cap="none" normalizeH="0" baseline="0">
              <a:ln>
                <a:noFill/>
              </a:ln>
              <a:solidFill>
                <a:schemeClr val="bg2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6" name="Ellipse 5"/>
          <p:cNvSpPr/>
          <p:nvPr/>
        </p:nvSpPr>
        <p:spPr bwMode="auto">
          <a:xfrm>
            <a:off x="-847725" y="2052525"/>
            <a:ext cx="552450" cy="552450"/>
          </a:xfrm>
          <a:prstGeom prst="ellipse">
            <a:avLst/>
          </a:prstGeom>
          <a:solidFill>
            <a:srgbClr val="C4D6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BE" sz="1000" b="1" i="0" u="none" strike="noStrike" cap="none" normalizeH="0" baseline="0">
              <a:ln>
                <a:noFill/>
              </a:ln>
              <a:solidFill>
                <a:schemeClr val="bg2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7" name="Ellipse 6"/>
          <p:cNvSpPr/>
          <p:nvPr/>
        </p:nvSpPr>
        <p:spPr bwMode="auto">
          <a:xfrm>
            <a:off x="-847725" y="2604975"/>
            <a:ext cx="552450" cy="552450"/>
          </a:xfrm>
          <a:prstGeom prst="ellipse">
            <a:avLst/>
          </a:prstGeom>
          <a:solidFill>
            <a:srgbClr val="509E2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BE" sz="1000" b="1" i="0" u="none" strike="noStrike" cap="none" normalizeH="0" baseline="0">
              <a:ln>
                <a:noFill/>
              </a:ln>
              <a:solidFill>
                <a:schemeClr val="bg2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8" name="Ellipse 7"/>
          <p:cNvSpPr/>
          <p:nvPr/>
        </p:nvSpPr>
        <p:spPr bwMode="auto">
          <a:xfrm>
            <a:off x="-847725" y="3157425"/>
            <a:ext cx="552450" cy="552450"/>
          </a:xfrm>
          <a:prstGeom prst="ellipse">
            <a:avLst/>
          </a:prstGeom>
          <a:solidFill>
            <a:srgbClr val="005BBB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BE" sz="1000" b="1" i="0" u="none" strike="noStrike" cap="none" normalizeH="0" baseline="0">
              <a:ln>
                <a:noFill/>
              </a:ln>
              <a:solidFill>
                <a:schemeClr val="bg2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9" name="Ellipse 8"/>
          <p:cNvSpPr/>
          <p:nvPr/>
        </p:nvSpPr>
        <p:spPr bwMode="auto">
          <a:xfrm>
            <a:off x="-847725" y="3709875"/>
            <a:ext cx="552450" cy="552450"/>
          </a:xfrm>
          <a:prstGeom prst="ellipse">
            <a:avLst/>
          </a:prstGeom>
          <a:solidFill>
            <a:srgbClr val="001A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BE" sz="1000" b="1" i="0" u="none" strike="noStrike" cap="none" normalizeH="0" baseline="0">
              <a:ln>
                <a:noFill/>
              </a:ln>
              <a:solidFill>
                <a:schemeClr val="bg2"/>
              </a:solidFill>
              <a:effectLst/>
              <a:latin typeface="Arial" charset="0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</p:sldLayoutIdLst>
  <p:hf sldNum="0"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Arial" charset="0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Arial" charset="0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Arial" charset="0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Arial" charset="0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Arial" charset="0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Arial" charset="0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EDF_Energy.ai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8"/>
              <a:stretch>
                <a:fillRect/>
              </a:stretch>
            </p:blipFill>
          </mc:Choice>
          <mc:Fallback>
            <p:blipFill>
              <a:blip r:embed="rId9"/>
              <a:stretch>
                <a:fillRect/>
              </a:stretch>
            </p:blipFill>
          </mc:Fallback>
        </mc:AlternateContent>
        <p:spPr>
          <a:xfrm>
            <a:off x="381000" y="4456854"/>
            <a:ext cx="1007202" cy="558158"/>
          </a:xfrm>
          <a:prstGeom prst="rect">
            <a:avLst/>
          </a:prstGeom>
        </p:spPr>
      </p:pic>
      <p:sp>
        <p:nvSpPr>
          <p:cNvPr id="8" name="Rectangle 15"/>
          <p:cNvSpPr txBox="1">
            <a:spLocks noChangeArrowheads="1"/>
          </p:cNvSpPr>
          <p:nvPr/>
        </p:nvSpPr>
        <p:spPr bwMode="auto">
          <a:xfrm>
            <a:off x="6150737" y="4789587"/>
            <a:ext cx="2702752" cy="153888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3DFCD7B-6AA3-9440-83C1-9D04DBCBC268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fr-FR" sz="1000" b="0" i="0" u="none" strike="noStrike" kern="1200" cap="none" spc="0" normalizeH="0" baseline="0" noProof="0" dirty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" name="Ellipse 3"/>
          <p:cNvSpPr/>
          <p:nvPr/>
        </p:nvSpPr>
        <p:spPr bwMode="auto">
          <a:xfrm>
            <a:off x="-847725" y="947625"/>
            <a:ext cx="552450" cy="552450"/>
          </a:xfrm>
          <a:prstGeom prst="ellipse">
            <a:avLst/>
          </a:prstGeom>
          <a:solidFill>
            <a:srgbClr val="FE581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BE" sz="1000" b="1" i="0" u="none" strike="noStrike" cap="none" normalizeH="0" baseline="0">
              <a:ln>
                <a:noFill/>
              </a:ln>
              <a:solidFill>
                <a:schemeClr val="bg2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5" name="Ellipse 4"/>
          <p:cNvSpPr/>
          <p:nvPr/>
        </p:nvSpPr>
        <p:spPr bwMode="auto">
          <a:xfrm>
            <a:off x="-847725" y="1500075"/>
            <a:ext cx="552450" cy="552450"/>
          </a:xfrm>
          <a:prstGeom prst="ellipse">
            <a:avLst/>
          </a:prstGeom>
          <a:solidFill>
            <a:srgbClr val="FFA02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BE" sz="1000" b="1" i="0" u="none" strike="noStrike" cap="none" normalizeH="0" baseline="0">
              <a:ln>
                <a:noFill/>
              </a:ln>
              <a:solidFill>
                <a:schemeClr val="bg2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6" name="Ellipse 5"/>
          <p:cNvSpPr/>
          <p:nvPr/>
        </p:nvSpPr>
        <p:spPr bwMode="auto">
          <a:xfrm>
            <a:off x="-847725" y="2052525"/>
            <a:ext cx="552450" cy="552450"/>
          </a:xfrm>
          <a:prstGeom prst="ellipse">
            <a:avLst/>
          </a:prstGeom>
          <a:solidFill>
            <a:srgbClr val="C4D6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BE" sz="1000" b="1" i="0" u="none" strike="noStrike" cap="none" normalizeH="0" baseline="0">
              <a:ln>
                <a:noFill/>
              </a:ln>
              <a:solidFill>
                <a:schemeClr val="bg2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9" name="Ellipse 8"/>
          <p:cNvSpPr/>
          <p:nvPr/>
        </p:nvSpPr>
        <p:spPr bwMode="auto">
          <a:xfrm>
            <a:off x="-847725" y="2604975"/>
            <a:ext cx="552450" cy="552450"/>
          </a:xfrm>
          <a:prstGeom prst="ellipse">
            <a:avLst/>
          </a:prstGeom>
          <a:solidFill>
            <a:srgbClr val="509E2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BE" sz="1000" b="1" i="0" u="none" strike="noStrike" cap="none" normalizeH="0" baseline="0">
              <a:ln>
                <a:noFill/>
              </a:ln>
              <a:solidFill>
                <a:schemeClr val="bg2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0" name="Ellipse 9"/>
          <p:cNvSpPr/>
          <p:nvPr/>
        </p:nvSpPr>
        <p:spPr bwMode="auto">
          <a:xfrm>
            <a:off x="-847725" y="3157425"/>
            <a:ext cx="552450" cy="552450"/>
          </a:xfrm>
          <a:prstGeom prst="ellipse">
            <a:avLst/>
          </a:prstGeom>
          <a:solidFill>
            <a:srgbClr val="005BBB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BE" sz="1000" b="1" i="0" u="none" strike="noStrike" cap="none" normalizeH="0" baseline="0">
              <a:ln>
                <a:noFill/>
              </a:ln>
              <a:solidFill>
                <a:schemeClr val="bg2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1" name="Ellipse 10"/>
          <p:cNvSpPr/>
          <p:nvPr/>
        </p:nvSpPr>
        <p:spPr bwMode="auto">
          <a:xfrm>
            <a:off x="-847725" y="3709875"/>
            <a:ext cx="552450" cy="552450"/>
          </a:xfrm>
          <a:prstGeom prst="ellipse">
            <a:avLst/>
          </a:prstGeom>
          <a:solidFill>
            <a:srgbClr val="001A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BE" sz="1000" b="1" i="0" u="none" strike="noStrike" cap="none" normalizeH="0" baseline="0">
              <a:ln>
                <a:noFill/>
              </a:ln>
              <a:solidFill>
                <a:schemeClr val="bg2"/>
              </a:solidFill>
              <a:effectLst/>
              <a:latin typeface="Arial" charset="0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664" r:id="rId2"/>
    <p:sldLayoutId id="2147483727" r:id="rId3"/>
    <p:sldLayoutId id="2147483728" r:id="rId4"/>
    <p:sldLayoutId id="2147483729" r:id="rId5"/>
    <p:sldLayoutId id="2147483745" r:id="rId6"/>
  </p:sldLayoutIdLst>
  <p:hf sldNum="0"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rgbClr val="FE5815"/>
          </a:solidFill>
          <a:latin typeface="Arial" charset="0"/>
          <a:ea typeface="ＭＳ Ｐゴシック" charset="-128"/>
          <a:cs typeface="ＭＳ Ｐゴシック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rgbClr val="FE5815"/>
          </a:solidFill>
          <a:latin typeface="Arial" charset="0"/>
          <a:ea typeface="ＭＳ Ｐゴシック" charset="-128"/>
          <a:cs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rgbClr val="FE5815"/>
          </a:solidFill>
          <a:latin typeface="Arial" charset="0"/>
          <a:ea typeface="ＭＳ Ｐゴシック" charset="-128"/>
          <a:cs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rgbClr val="FE5815"/>
          </a:solidFill>
          <a:latin typeface="Arial" charset="0"/>
          <a:ea typeface="ＭＳ Ｐゴシック" charset="-128"/>
          <a:cs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rgbClr val="FE5815"/>
          </a:solidFill>
          <a:latin typeface="Arial" charset="0"/>
          <a:ea typeface="ＭＳ Ｐゴシック" charset="-128"/>
          <a:cs typeface="ＭＳ Ｐゴシック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accent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accent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accent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accent1"/>
          </a:solidFill>
          <a:latin typeface="Arial" charset="0"/>
          <a:cs typeface="Arial" charset="0"/>
        </a:defRPr>
      </a:lvl9pPr>
    </p:titleStyle>
    <p:bodyStyle>
      <a:lvl1pPr marL="404813" indent="-404813" algn="l" rtl="0" eaLnBrk="0" fontAlgn="base" hangingPunct="0">
        <a:spcBef>
          <a:spcPct val="200000"/>
        </a:spcBef>
        <a:spcAft>
          <a:spcPct val="0"/>
        </a:spcAft>
        <a:buClr>
          <a:srgbClr val="FE5815"/>
        </a:buClr>
        <a:buSzPct val="125000"/>
        <a:buAutoNum type="arabicPeriod"/>
        <a:defRPr sz="1300" b="1">
          <a:solidFill>
            <a:srgbClr val="232323"/>
          </a:solidFill>
          <a:latin typeface="Arial" charset="0"/>
          <a:ea typeface="ＭＳ Ｐゴシック" charset="-128"/>
          <a:cs typeface="ＭＳ Ｐゴシック" charset="-128"/>
        </a:defRPr>
      </a:lvl1pPr>
      <a:lvl2pPr marL="654050" indent="-24765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buChar char="–"/>
        <a:defRPr sz="1300">
          <a:solidFill>
            <a:srgbClr val="232323"/>
          </a:solidFill>
          <a:latin typeface="Arial" charset="0"/>
          <a:ea typeface="ＭＳ Ｐゴシック" charset="-128"/>
          <a:cs typeface="+mn-cs"/>
        </a:defRPr>
      </a:lvl2pPr>
      <a:lvl3pPr marL="2238375" indent="-1830388" algn="l" rtl="0" eaLnBrk="0" fontAlgn="base" hangingPunct="0">
        <a:spcBef>
          <a:spcPct val="0"/>
        </a:spcBef>
        <a:spcAft>
          <a:spcPct val="0"/>
        </a:spcAft>
        <a:buChar char="•"/>
        <a:defRPr sz="1300">
          <a:solidFill>
            <a:srgbClr val="232323"/>
          </a:solidFill>
          <a:latin typeface="Arial" charset="0"/>
          <a:ea typeface="ＭＳ Ｐゴシック" charset="-128"/>
          <a:cs typeface="+mn-cs"/>
        </a:defRPr>
      </a:lvl3pPr>
      <a:lvl4pPr marL="2620963" indent="-381000" algn="l" rtl="0" eaLnBrk="0" fontAlgn="base" hangingPunct="0">
        <a:spcBef>
          <a:spcPct val="20000"/>
        </a:spcBef>
        <a:spcAft>
          <a:spcPct val="0"/>
        </a:spcAft>
        <a:buChar char="–"/>
        <a:defRPr sz="1300">
          <a:solidFill>
            <a:schemeClr val="tx1"/>
          </a:solidFill>
          <a:latin typeface="Arial" charset="0"/>
          <a:ea typeface="ＭＳ Ｐゴシック" charset="-128"/>
          <a:cs typeface="+mn-cs"/>
        </a:defRPr>
      </a:lvl4pPr>
      <a:lvl5pPr marL="3103563" indent="-381000" algn="l" rtl="0" eaLnBrk="0" fontAlgn="base" hangingPunct="0">
        <a:spcBef>
          <a:spcPct val="20000"/>
        </a:spcBef>
        <a:spcAft>
          <a:spcPct val="0"/>
        </a:spcAft>
        <a:buChar char="»"/>
        <a:defRPr sz="1300">
          <a:solidFill>
            <a:schemeClr val="tx1"/>
          </a:solidFill>
          <a:latin typeface="Arial" charset="0"/>
          <a:ea typeface="ＭＳ Ｐゴシック" charset="-128"/>
          <a:cs typeface="+mn-cs"/>
        </a:defRPr>
      </a:lvl5pPr>
      <a:lvl6pPr marL="3560763" indent="-381000" algn="l" rtl="0" fontAlgn="base">
        <a:spcBef>
          <a:spcPct val="20000"/>
        </a:spcBef>
        <a:spcAft>
          <a:spcPct val="0"/>
        </a:spcAft>
        <a:defRPr sz="1300">
          <a:solidFill>
            <a:schemeClr val="tx1"/>
          </a:solidFill>
          <a:latin typeface="+mn-lt"/>
          <a:cs typeface="+mn-cs"/>
        </a:defRPr>
      </a:lvl6pPr>
      <a:lvl7pPr marL="4017963" indent="-381000" algn="l" rtl="0" fontAlgn="base">
        <a:spcBef>
          <a:spcPct val="20000"/>
        </a:spcBef>
        <a:spcAft>
          <a:spcPct val="0"/>
        </a:spcAft>
        <a:defRPr sz="1300">
          <a:solidFill>
            <a:schemeClr val="tx1"/>
          </a:solidFill>
          <a:latin typeface="+mn-lt"/>
          <a:cs typeface="+mn-cs"/>
        </a:defRPr>
      </a:lvl7pPr>
      <a:lvl8pPr marL="4475163" indent="-381000" algn="l" rtl="0" fontAlgn="base">
        <a:spcBef>
          <a:spcPct val="20000"/>
        </a:spcBef>
        <a:spcAft>
          <a:spcPct val="0"/>
        </a:spcAft>
        <a:defRPr sz="1300">
          <a:solidFill>
            <a:schemeClr val="tx1"/>
          </a:solidFill>
          <a:latin typeface="+mn-lt"/>
          <a:cs typeface="+mn-cs"/>
        </a:defRPr>
      </a:lvl8pPr>
      <a:lvl9pPr marL="4932363" indent="-381000" algn="l" rtl="0" fontAlgn="base">
        <a:spcBef>
          <a:spcPct val="20000"/>
        </a:spcBef>
        <a:spcAft>
          <a:spcPct val="0"/>
        </a:spcAft>
        <a:defRPr sz="13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6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9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2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7" Type="http://schemas.openxmlformats.org/officeDocument/2006/relationships/image" Target="../media/image19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8.JPG"/><Relationship Id="rId5" Type="http://schemas.openxmlformats.org/officeDocument/2006/relationships/image" Target="../media/image17.JPG"/><Relationship Id="rId4" Type="http://schemas.openxmlformats.org/officeDocument/2006/relationships/image" Target="../media/image1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66775" y="1577578"/>
            <a:ext cx="6848475" cy="1908572"/>
          </a:xfrm>
        </p:spPr>
        <p:txBody>
          <a:bodyPr/>
          <a:lstStyle/>
          <a:p>
            <a:r>
              <a:rPr lang="en-US" sz="2400" dirty="0"/>
              <a:t>REX: Wind Projects</a:t>
            </a:r>
            <a:br>
              <a:rPr lang="en-US" sz="2400" dirty="0"/>
            </a:br>
            <a:r>
              <a:rPr lang="en-US" sz="2400" dirty="0"/>
              <a:t>Sibelco - DESSEL</a:t>
            </a:r>
            <a:br>
              <a:rPr lang="en-US" sz="2400" dirty="0"/>
            </a:br>
            <a:r>
              <a:rPr lang="en-US" sz="2400" dirty="0"/>
              <a:t>Reactive Power regulation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Roel Vloebergs</a:t>
            </a:r>
          </a:p>
        </p:txBody>
      </p:sp>
    </p:spTree>
    <p:extLst>
      <p:ext uri="{BB962C8B-B14F-4D97-AF65-F5344CB8AC3E}">
        <p14:creationId xmlns:p14="http://schemas.microsoft.com/office/powerpoint/2010/main" val="3191005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8588" y="1196975"/>
            <a:ext cx="4489635" cy="2270125"/>
          </a:xfrm>
        </p:spPr>
        <p:txBody>
          <a:bodyPr/>
          <a:lstStyle/>
          <a:p>
            <a:r>
              <a:rPr lang="en-US" sz="2000" dirty="0" err="1"/>
              <a:t>sibelco</a:t>
            </a:r>
            <a:r>
              <a:rPr lang="en-US" sz="2000" dirty="0"/>
              <a:t> </a:t>
            </a:r>
            <a:r>
              <a:rPr lang="en-US" sz="2000" dirty="0" err="1"/>
              <a:t>dessel</a:t>
            </a:r>
            <a:r>
              <a:rPr lang="en-US" sz="2000" dirty="0"/>
              <a:t> contract</a:t>
            </a:r>
            <a:br>
              <a:rPr lang="en-US" sz="2400"/>
            </a:br>
            <a:r>
              <a:rPr lang="en-US" sz="1800"/>
              <a:t>Consumption </a:t>
            </a:r>
            <a:r>
              <a:rPr lang="en-US" sz="1800" dirty="0"/>
              <a:t>: 8000 kVA</a:t>
            </a:r>
            <a:br>
              <a:rPr lang="en-US" sz="1800" dirty="0"/>
            </a:br>
            <a:r>
              <a:rPr lang="en-US" sz="1800" dirty="0"/>
              <a:t>Injection : 10500 kVA</a:t>
            </a:r>
            <a:br>
              <a:rPr lang="en-US" sz="1800" dirty="0"/>
            </a:br>
            <a:br>
              <a:rPr lang="en-US" sz="1800" dirty="0"/>
            </a:br>
            <a:r>
              <a:rPr lang="en-US" sz="1800" dirty="0">
                <a:sym typeface="Wingdings" panose="05000000000000000000" pitchFamily="2" charset="2"/>
              </a:rPr>
              <a:t> installation 3* </a:t>
            </a:r>
            <a:r>
              <a:rPr lang="nl-BE" sz="1800" dirty="0"/>
              <a:t>Siemens SWT3.2</a:t>
            </a:r>
            <a:endParaRPr lang="en-US" sz="1800" dirty="0"/>
          </a:p>
        </p:txBody>
      </p:sp>
      <p:pic>
        <p:nvPicPr>
          <p:cNvPr id="6" name="Picture Placeholder 5"/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590390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Tijdelijke aanduiding voor inhoud 5"/>
          <p:cNvPicPr>
            <a:picLocks noGrp="1" noChangeAspect="1"/>
          </p:cNvPicPr>
          <p:nvPr>
            <p:ph sz="half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104965" cy="3365306"/>
          </a:xfr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382215"/>
            <a:ext cx="8229600" cy="741362"/>
          </a:xfrm>
        </p:spPr>
        <p:txBody>
          <a:bodyPr/>
          <a:lstStyle/>
          <a:p>
            <a:r>
              <a:rPr lang="fr-BE" dirty="0"/>
              <a:t>Electric configuration</a:t>
            </a:r>
            <a:endParaRPr lang="nl-BE" dirty="0"/>
          </a:p>
        </p:txBody>
      </p:sp>
      <p:pic>
        <p:nvPicPr>
          <p:cNvPr id="7" name="Afbeelding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4965" y="0"/>
            <a:ext cx="3036635" cy="1708107"/>
          </a:xfrm>
          <a:prstGeom prst="rect">
            <a:avLst/>
          </a:prstGeom>
        </p:spPr>
      </p:pic>
      <p:pic>
        <p:nvPicPr>
          <p:cNvPr id="8" name="Afbeelding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1546" y="3390411"/>
            <a:ext cx="2984408" cy="1606989"/>
          </a:xfrm>
          <a:prstGeom prst="rect">
            <a:avLst/>
          </a:prstGeom>
        </p:spPr>
      </p:pic>
      <p:cxnSp>
        <p:nvCxnSpPr>
          <p:cNvPr id="10" name="Rechte verbindingslijn 9"/>
          <p:cNvCxnSpPr/>
          <p:nvPr/>
        </p:nvCxnSpPr>
        <p:spPr bwMode="auto">
          <a:xfrm>
            <a:off x="2877671" y="2241176"/>
            <a:ext cx="914400" cy="914400"/>
          </a:xfrm>
          <a:prstGeom prst="line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Rechte verbindingslijn 11"/>
          <p:cNvCxnSpPr/>
          <p:nvPr/>
        </p:nvCxnSpPr>
        <p:spPr bwMode="auto">
          <a:xfrm>
            <a:off x="3254189" y="2296716"/>
            <a:ext cx="0" cy="2445613"/>
          </a:xfrm>
          <a:prstGeom prst="line">
            <a:avLst/>
          </a:prstGeom>
          <a:noFill/>
          <a:ln w="2857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" name="Rechte verbindingslijn 14"/>
          <p:cNvCxnSpPr/>
          <p:nvPr/>
        </p:nvCxnSpPr>
        <p:spPr bwMode="auto">
          <a:xfrm flipH="1">
            <a:off x="3254189" y="4742329"/>
            <a:ext cx="663388" cy="0"/>
          </a:xfrm>
          <a:prstGeom prst="line">
            <a:avLst/>
          </a:prstGeom>
          <a:noFill/>
          <a:ln w="2857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Rechte verbindingslijn 17"/>
          <p:cNvCxnSpPr/>
          <p:nvPr/>
        </p:nvCxnSpPr>
        <p:spPr bwMode="auto">
          <a:xfrm flipH="1">
            <a:off x="5773271" y="4894729"/>
            <a:ext cx="1636059" cy="0"/>
          </a:xfrm>
          <a:prstGeom prst="line">
            <a:avLst/>
          </a:prstGeom>
          <a:noFill/>
          <a:ln w="2857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0" name="Gelijkbenige driehoek 19"/>
          <p:cNvSpPr/>
          <p:nvPr/>
        </p:nvSpPr>
        <p:spPr bwMode="auto">
          <a:xfrm>
            <a:off x="7391400" y="2918886"/>
            <a:ext cx="170329" cy="600636"/>
          </a:xfrm>
          <a:prstGeom prst="triangle">
            <a:avLst/>
          </a:prstGeom>
          <a:solidFill>
            <a:schemeClr val="accent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BE" sz="1000" b="0" i="0" u="none" strike="noStrike" cap="none" normalizeH="0" baseline="0">
              <a:ln>
                <a:noFill/>
              </a:ln>
              <a:solidFill>
                <a:schemeClr val="bg2"/>
              </a:solidFill>
              <a:effectLst/>
              <a:latin typeface="Arial" charset="0"/>
              <a:cs typeface="Arial" charset="0"/>
            </a:endParaRPr>
          </a:p>
        </p:txBody>
      </p:sp>
      <p:cxnSp>
        <p:nvCxnSpPr>
          <p:cNvPr id="21" name="Rechte verbindingslijn 20"/>
          <p:cNvCxnSpPr/>
          <p:nvPr/>
        </p:nvCxnSpPr>
        <p:spPr bwMode="auto">
          <a:xfrm flipH="1">
            <a:off x="7032812" y="2918886"/>
            <a:ext cx="358588" cy="265334"/>
          </a:xfrm>
          <a:prstGeom prst="line">
            <a:avLst/>
          </a:prstGeom>
          <a:noFill/>
          <a:ln w="2857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Rechte verbindingslijn 22"/>
          <p:cNvCxnSpPr/>
          <p:nvPr/>
        </p:nvCxnSpPr>
        <p:spPr bwMode="auto">
          <a:xfrm flipH="1" flipV="1">
            <a:off x="7579658" y="2915279"/>
            <a:ext cx="340659" cy="139830"/>
          </a:xfrm>
          <a:prstGeom prst="line">
            <a:avLst/>
          </a:prstGeom>
          <a:noFill/>
          <a:ln w="2857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4" name="Rechte verbindingslijn 23"/>
          <p:cNvCxnSpPr/>
          <p:nvPr/>
        </p:nvCxnSpPr>
        <p:spPr bwMode="auto">
          <a:xfrm>
            <a:off x="7476564" y="2479616"/>
            <a:ext cx="0" cy="340658"/>
          </a:xfrm>
          <a:prstGeom prst="line">
            <a:avLst/>
          </a:prstGeom>
          <a:noFill/>
          <a:ln w="2857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7" name="Gelijkbenige driehoek 26"/>
          <p:cNvSpPr/>
          <p:nvPr/>
        </p:nvSpPr>
        <p:spPr bwMode="auto">
          <a:xfrm>
            <a:off x="8507506" y="2918886"/>
            <a:ext cx="170329" cy="600636"/>
          </a:xfrm>
          <a:prstGeom prst="triangle">
            <a:avLst/>
          </a:prstGeom>
          <a:solidFill>
            <a:schemeClr val="accent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BE" sz="1000" b="0" i="0" u="none" strike="noStrike" cap="none" normalizeH="0" baseline="0">
              <a:ln>
                <a:noFill/>
              </a:ln>
              <a:solidFill>
                <a:schemeClr val="bg2"/>
              </a:solidFill>
              <a:effectLst/>
              <a:latin typeface="Arial" charset="0"/>
              <a:cs typeface="Arial" charset="0"/>
            </a:endParaRPr>
          </a:p>
        </p:txBody>
      </p:sp>
      <p:cxnSp>
        <p:nvCxnSpPr>
          <p:cNvPr id="28" name="Rechte verbindingslijn 27"/>
          <p:cNvCxnSpPr/>
          <p:nvPr/>
        </p:nvCxnSpPr>
        <p:spPr bwMode="auto">
          <a:xfrm flipH="1">
            <a:off x="8148918" y="2918886"/>
            <a:ext cx="358588" cy="265334"/>
          </a:xfrm>
          <a:prstGeom prst="line">
            <a:avLst/>
          </a:prstGeom>
          <a:noFill/>
          <a:ln w="2857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9" name="Rechte verbindingslijn 28"/>
          <p:cNvCxnSpPr/>
          <p:nvPr/>
        </p:nvCxnSpPr>
        <p:spPr bwMode="auto">
          <a:xfrm flipH="1" flipV="1">
            <a:off x="8695764" y="2915279"/>
            <a:ext cx="340659" cy="139830"/>
          </a:xfrm>
          <a:prstGeom prst="line">
            <a:avLst/>
          </a:prstGeom>
          <a:noFill/>
          <a:ln w="2857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0" name="Rechte verbindingslijn 29"/>
          <p:cNvCxnSpPr/>
          <p:nvPr/>
        </p:nvCxnSpPr>
        <p:spPr bwMode="auto">
          <a:xfrm>
            <a:off x="8592670" y="2479616"/>
            <a:ext cx="0" cy="340658"/>
          </a:xfrm>
          <a:prstGeom prst="line">
            <a:avLst/>
          </a:prstGeom>
          <a:noFill/>
          <a:ln w="2857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1" name="Rechte verbindingslijn 30"/>
          <p:cNvCxnSpPr/>
          <p:nvPr/>
        </p:nvCxnSpPr>
        <p:spPr bwMode="auto">
          <a:xfrm flipH="1">
            <a:off x="7397143" y="3519522"/>
            <a:ext cx="13447" cy="1375207"/>
          </a:xfrm>
          <a:prstGeom prst="line">
            <a:avLst/>
          </a:prstGeom>
          <a:noFill/>
          <a:ln w="2857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2" name="Rechte verbindingslijn 31"/>
          <p:cNvCxnSpPr/>
          <p:nvPr/>
        </p:nvCxnSpPr>
        <p:spPr bwMode="auto">
          <a:xfrm>
            <a:off x="8592670" y="3519522"/>
            <a:ext cx="0" cy="1375207"/>
          </a:xfrm>
          <a:prstGeom prst="line">
            <a:avLst/>
          </a:prstGeom>
          <a:noFill/>
          <a:ln w="2857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3" name="Rechte verbindingslijn 32"/>
          <p:cNvCxnSpPr/>
          <p:nvPr/>
        </p:nvCxnSpPr>
        <p:spPr bwMode="auto">
          <a:xfrm>
            <a:off x="7547442" y="3519521"/>
            <a:ext cx="0" cy="1375207"/>
          </a:xfrm>
          <a:prstGeom prst="line">
            <a:avLst/>
          </a:prstGeom>
          <a:noFill/>
          <a:ln w="2857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7" name="Rechte verbindingslijn 36"/>
          <p:cNvCxnSpPr/>
          <p:nvPr/>
        </p:nvCxnSpPr>
        <p:spPr bwMode="auto">
          <a:xfrm flipH="1" flipV="1">
            <a:off x="7547442" y="4894728"/>
            <a:ext cx="1045229" cy="1"/>
          </a:xfrm>
          <a:prstGeom prst="line">
            <a:avLst/>
          </a:prstGeom>
          <a:noFill/>
          <a:ln w="2857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1" name="Rechte verbindingslijn 40"/>
          <p:cNvCxnSpPr/>
          <p:nvPr/>
        </p:nvCxnSpPr>
        <p:spPr bwMode="auto">
          <a:xfrm>
            <a:off x="4292414" y="4864894"/>
            <a:ext cx="0" cy="278606"/>
          </a:xfrm>
          <a:prstGeom prst="line">
            <a:avLst/>
          </a:prstGeom>
          <a:noFill/>
          <a:ln w="2857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6" name="Rechte verbindingslijn met pijl 45"/>
          <p:cNvCxnSpPr/>
          <p:nvPr/>
        </p:nvCxnSpPr>
        <p:spPr bwMode="auto">
          <a:xfrm flipV="1">
            <a:off x="235083" y="2918886"/>
            <a:ext cx="0" cy="432143"/>
          </a:xfrm>
          <a:prstGeom prst="straightConnector1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0" name="Rechte verbindingslijn met pijl 49"/>
          <p:cNvCxnSpPr/>
          <p:nvPr/>
        </p:nvCxnSpPr>
        <p:spPr bwMode="auto">
          <a:xfrm flipV="1">
            <a:off x="2877671" y="2918886"/>
            <a:ext cx="0" cy="423291"/>
          </a:xfrm>
          <a:prstGeom prst="straightConnector1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1" name="Rechte verbindingslijn met pijl 50"/>
          <p:cNvCxnSpPr/>
          <p:nvPr/>
        </p:nvCxnSpPr>
        <p:spPr bwMode="auto">
          <a:xfrm flipV="1">
            <a:off x="5513454" y="2915279"/>
            <a:ext cx="0" cy="435750"/>
          </a:xfrm>
          <a:prstGeom prst="straightConnector1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5" name="Rechte verbindingslijn 54"/>
          <p:cNvCxnSpPr/>
          <p:nvPr/>
        </p:nvCxnSpPr>
        <p:spPr bwMode="auto">
          <a:xfrm flipH="1">
            <a:off x="5542030" y="5055533"/>
            <a:ext cx="3601971" cy="0"/>
          </a:xfrm>
          <a:prstGeom prst="line">
            <a:avLst/>
          </a:prstGeom>
          <a:noFill/>
          <a:ln w="2857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7" name="Rechte verbindingslijn 56"/>
          <p:cNvCxnSpPr/>
          <p:nvPr/>
        </p:nvCxnSpPr>
        <p:spPr bwMode="auto">
          <a:xfrm>
            <a:off x="5542030" y="4938713"/>
            <a:ext cx="0" cy="116820"/>
          </a:xfrm>
          <a:prstGeom prst="line">
            <a:avLst/>
          </a:prstGeom>
          <a:noFill/>
          <a:ln w="2857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0" name="Rechthoek 59"/>
          <p:cNvSpPr/>
          <p:nvPr/>
        </p:nvSpPr>
        <p:spPr bwMode="auto">
          <a:xfrm>
            <a:off x="3721100" y="3419475"/>
            <a:ext cx="2936875" cy="1692276"/>
          </a:xfrm>
          <a:prstGeom prst="rect">
            <a:avLst/>
          </a:prstGeom>
          <a:noFill/>
          <a:ln w="3810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BE" sz="1000" b="0" i="0" u="none" strike="noStrike" cap="none" normalizeH="0" baseline="0">
              <a:ln>
                <a:noFill/>
              </a:ln>
              <a:solidFill>
                <a:schemeClr val="bg2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61" name="Tekstvak 60"/>
          <p:cNvSpPr txBox="1"/>
          <p:nvPr/>
        </p:nvSpPr>
        <p:spPr>
          <a:xfrm>
            <a:off x="466373" y="3519522"/>
            <a:ext cx="316254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 err="1"/>
              <a:t>Grid</a:t>
            </a:r>
            <a:r>
              <a:rPr lang="nl-BE" dirty="0"/>
              <a:t> </a:t>
            </a:r>
            <a:r>
              <a:rPr lang="nl-BE" dirty="0" err="1"/>
              <a:t>distributor</a:t>
            </a:r>
            <a:r>
              <a:rPr lang="nl-BE" dirty="0"/>
              <a:t> = </a:t>
            </a:r>
            <a:r>
              <a:rPr lang="nl-BE" dirty="0" err="1"/>
              <a:t>Fluvius</a:t>
            </a:r>
            <a:r>
              <a:rPr lang="nl-BE" dirty="0"/>
              <a:t> (EANDIS)</a:t>
            </a:r>
          </a:p>
          <a:p>
            <a:r>
              <a:rPr lang="nl-BE" dirty="0"/>
              <a:t>15 kV </a:t>
            </a:r>
            <a:r>
              <a:rPr lang="nl-BE" dirty="0" err="1"/>
              <a:t>grid</a:t>
            </a:r>
            <a:endParaRPr lang="nl-BE" dirty="0"/>
          </a:p>
          <a:p>
            <a:endParaRPr lang="nl-BE" dirty="0"/>
          </a:p>
          <a:p>
            <a:r>
              <a:rPr lang="nl-BE" dirty="0" err="1"/>
              <a:t>Consumption</a:t>
            </a:r>
            <a:r>
              <a:rPr lang="nl-BE" dirty="0"/>
              <a:t> 8,5 MW</a:t>
            </a:r>
          </a:p>
          <a:p>
            <a:r>
              <a:rPr lang="nl-BE" dirty="0"/>
              <a:t>Max 10,5 </a:t>
            </a:r>
            <a:r>
              <a:rPr lang="nl-BE" dirty="0" err="1"/>
              <a:t>injection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859202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95258"/>
            <a:ext cx="8229600" cy="741362"/>
          </a:xfrm>
        </p:spPr>
        <p:txBody>
          <a:bodyPr/>
          <a:lstStyle/>
          <a:p>
            <a:r>
              <a:rPr lang="en-US" sz="2400" dirty="0"/>
              <a:t>Invoicing </a:t>
            </a:r>
            <a:r>
              <a:rPr lang="en-US" sz="2400" dirty="0" err="1"/>
              <a:t>sibelco</a:t>
            </a:r>
            <a:r>
              <a:rPr lang="en-US" sz="2400" dirty="0"/>
              <a:t> </a:t>
            </a:r>
            <a:r>
              <a:rPr lang="en-US" sz="2400" dirty="0" err="1"/>
              <a:t>dessel</a:t>
            </a:r>
            <a:endParaRPr lang="en-US" sz="2400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0"/>
          </p:nvPr>
        </p:nvSpPr>
        <p:spPr>
          <a:xfrm>
            <a:off x="350520" y="739140"/>
            <a:ext cx="8481060" cy="3832860"/>
          </a:xfrm>
        </p:spPr>
        <p:txBody>
          <a:bodyPr/>
          <a:lstStyle/>
          <a:p>
            <a:pPr marL="0" indent="0">
              <a:buNone/>
            </a:pPr>
            <a:r>
              <a:rPr lang="en-US" sz="1400" dirty="0" err="1"/>
              <a:t>Sibelco</a:t>
            </a:r>
            <a:r>
              <a:rPr lang="en-US" sz="1400" dirty="0"/>
              <a:t> </a:t>
            </a:r>
            <a:r>
              <a:rPr lang="en-US" sz="1400" dirty="0" err="1"/>
              <a:t>Dessel</a:t>
            </a:r>
            <a:r>
              <a:rPr lang="en-US" sz="1400" dirty="0"/>
              <a:t> has WKK 500 kW (630 kVA) and 250 kW photovoltaic !!!</a:t>
            </a:r>
          </a:p>
          <a:p>
            <a:pPr marL="0" indent="0">
              <a:buNone/>
            </a:pPr>
            <a:r>
              <a:rPr lang="en-US" sz="1400" dirty="0"/>
              <a:t>Turbines are not running </a:t>
            </a:r>
            <a:r>
              <a:rPr lang="en-US" sz="1400" dirty="0">
                <a:sym typeface="Wingdings" panose="05000000000000000000" pitchFamily="2" charset="2"/>
              </a:rPr>
              <a:t> always consumption at Factory Sibelco</a:t>
            </a:r>
            <a:r>
              <a:rPr lang="en-US" sz="1400" dirty="0"/>
              <a:t>.</a:t>
            </a:r>
          </a:p>
          <a:p>
            <a:pPr marL="0" indent="0">
              <a:buNone/>
            </a:pPr>
            <a:r>
              <a:rPr lang="en-US" sz="1400" dirty="0"/>
              <a:t>Injection into the grid when turbines are producing more than </a:t>
            </a:r>
            <a:r>
              <a:rPr lang="en-US" sz="1400" dirty="0" err="1"/>
              <a:t>consumtion</a:t>
            </a:r>
            <a:r>
              <a:rPr lang="en-US" sz="1400" dirty="0"/>
              <a:t> Sibelco</a:t>
            </a:r>
          </a:p>
          <a:p>
            <a:pPr marL="0" indent="0">
              <a:buNone/>
            </a:pPr>
            <a:r>
              <a:rPr lang="en-US" sz="1400" dirty="0"/>
              <a:t>Max </a:t>
            </a:r>
            <a:r>
              <a:rPr lang="en-US" sz="1400" dirty="0" err="1"/>
              <a:t>constumption</a:t>
            </a:r>
            <a:r>
              <a:rPr lang="en-US" sz="1400" dirty="0"/>
              <a:t> 8000kVA ; Max Injection 10500 kVA</a:t>
            </a:r>
          </a:p>
          <a:p>
            <a:pPr marL="0" indent="0">
              <a:buNone/>
            </a:pPr>
            <a:r>
              <a:rPr lang="en-US" sz="1400" dirty="0"/>
              <a:t>Previous data. Contract Cos phi 0,995 inductive or better 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/>
              <a:t>With the turbines in march 2019</a:t>
            </a:r>
          </a:p>
          <a:p>
            <a:pPr marL="0" indent="0">
              <a:buNone/>
            </a:pPr>
            <a:r>
              <a:rPr lang="en-US" sz="1400" dirty="0"/>
              <a:t>less Active power + compensation Reactive</a:t>
            </a:r>
          </a:p>
          <a:p>
            <a:pPr marL="0" indent="0">
              <a:buNone/>
            </a:pPr>
            <a:r>
              <a:rPr lang="en-US" sz="1400" dirty="0">
                <a:sym typeface="Wingdings" panose="05000000000000000000" pitchFamily="2" charset="2"/>
              </a:rPr>
              <a:t> Amount Reactive lowers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  <p:pic>
        <p:nvPicPr>
          <p:cNvPr id="4" name="Tijdelijke aanduiding voor inhoud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659" y="1555555"/>
            <a:ext cx="1752599" cy="2114639"/>
          </a:xfrm>
          <a:prstGeom prst="rect">
            <a:avLst/>
          </a:prstGeom>
        </p:spPr>
      </p:pic>
      <p:pic>
        <p:nvPicPr>
          <p:cNvPr id="5" name="Afbeelding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861"/>
          <a:stretch/>
        </p:blipFill>
        <p:spPr>
          <a:xfrm>
            <a:off x="4161177" y="3706987"/>
            <a:ext cx="4799943" cy="1058793"/>
          </a:xfrm>
          <a:prstGeom prst="rect">
            <a:avLst/>
          </a:prstGeom>
        </p:spPr>
      </p:pic>
      <p:pic>
        <p:nvPicPr>
          <p:cNvPr id="6" name="Afbeelding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109838"/>
            <a:ext cx="5339733" cy="1260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0957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298" y="2421495"/>
            <a:ext cx="4731502" cy="2381791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Reactive power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0"/>
          </p:nvPr>
        </p:nvSpPr>
        <p:spPr>
          <a:xfrm>
            <a:off x="457200" y="1016000"/>
            <a:ext cx="8229600" cy="3466000"/>
          </a:xfrm>
        </p:spPr>
        <p:txBody>
          <a:bodyPr/>
          <a:lstStyle/>
          <a:p>
            <a:r>
              <a:rPr lang="en-US" dirty="0"/>
              <a:t>Reactive power is bad for</a:t>
            </a:r>
          </a:p>
          <a:p>
            <a:pPr lvl="1"/>
            <a:r>
              <a:rPr lang="en-US" dirty="0"/>
              <a:t>DGO (heating of the cable I² = losses)</a:t>
            </a:r>
          </a:p>
          <a:p>
            <a:pPr lvl="1"/>
            <a:r>
              <a:rPr lang="en-US" dirty="0"/>
              <a:t>Losses in Client </a:t>
            </a:r>
            <a:r>
              <a:rPr lang="en-US" dirty="0" err="1"/>
              <a:t>Transfo</a:t>
            </a:r>
            <a:r>
              <a:rPr lang="en-US" dirty="0"/>
              <a:t> and cables</a:t>
            </a:r>
          </a:p>
          <a:p>
            <a:pPr lvl="1"/>
            <a:r>
              <a:rPr lang="en-US" dirty="0"/>
              <a:t>Harmonics create </a:t>
            </a:r>
            <a:r>
              <a:rPr lang="en-US" dirty="0" err="1"/>
              <a:t>VAr</a:t>
            </a:r>
            <a:r>
              <a:rPr lang="en-US" dirty="0"/>
              <a:t> (frequency regulators, LED)</a:t>
            </a:r>
          </a:p>
          <a:p>
            <a:pPr lvl="1"/>
            <a:r>
              <a:rPr lang="en-US" dirty="0"/>
              <a:t>Client : </a:t>
            </a:r>
            <a:r>
              <a:rPr lang="en-US" dirty="0" err="1"/>
              <a:t>maximalisation</a:t>
            </a:r>
            <a:r>
              <a:rPr lang="en-US" dirty="0"/>
              <a:t> installation can better (smaller I = more free capacity)</a:t>
            </a:r>
          </a:p>
          <a:p>
            <a:r>
              <a:rPr lang="en-US" dirty="0"/>
              <a:t>Turbine</a:t>
            </a:r>
          </a:p>
        </p:txBody>
      </p:sp>
      <p:pic>
        <p:nvPicPr>
          <p:cNvPr id="4" name="Afbeelding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246" y="2604640"/>
            <a:ext cx="2768630" cy="1609559"/>
          </a:xfrm>
          <a:prstGeom prst="rect">
            <a:avLst/>
          </a:prstGeom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00C62050-871A-4DF5-9263-2ABCD97BC00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1048" y="340214"/>
            <a:ext cx="1948659" cy="1611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1117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76130" y="112104"/>
            <a:ext cx="8229600" cy="741362"/>
          </a:xfrm>
        </p:spPr>
        <p:txBody>
          <a:bodyPr/>
          <a:lstStyle/>
          <a:p>
            <a:r>
              <a:rPr lang="en-US" dirty="0"/>
              <a:t>Reactive Power Regulation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half" idx="10"/>
          </p:nvPr>
        </p:nvSpPr>
        <p:spPr>
          <a:xfrm>
            <a:off x="152093" y="642681"/>
            <a:ext cx="8229600" cy="1458421"/>
          </a:xfrm>
        </p:spPr>
        <p:txBody>
          <a:bodyPr/>
          <a:lstStyle/>
          <a:p>
            <a:r>
              <a:rPr lang="en-US" sz="1400" dirty="0"/>
              <a:t>Measure </a:t>
            </a:r>
            <a:r>
              <a:rPr lang="en-US" sz="1400" dirty="0" err="1"/>
              <a:t>P,Q,S,cos</a:t>
            </a:r>
            <a:r>
              <a:rPr lang="en-US" sz="1400" dirty="0"/>
              <a:t> </a:t>
            </a:r>
            <a:r>
              <a:rPr lang="en-US" sz="1400" dirty="0" err="1"/>
              <a:t>phi,U</a:t>
            </a:r>
            <a:r>
              <a:rPr lang="en-US" sz="1400" dirty="0"/>
              <a:t> at the 3 feeders </a:t>
            </a:r>
          </a:p>
          <a:p>
            <a:pPr lvl="1"/>
            <a:r>
              <a:rPr lang="en-US" sz="1200" dirty="0"/>
              <a:t>Measurement </a:t>
            </a:r>
            <a:r>
              <a:rPr lang="en-US" sz="1200" dirty="0" err="1"/>
              <a:t>Sentron</a:t>
            </a:r>
            <a:r>
              <a:rPr lang="en-US" sz="1200" dirty="0"/>
              <a:t> pack </a:t>
            </a:r>
          </a:p>
          <a:p>
            <a:pPr lvl="1"/>
            <a:r>
              <a:rPr lang="en-US" sz="1200" dirty="0"/>
              <a:t>transfer data via Modbus to </a:t>
            </a:r>
            <a:r>
              <a:rPr lang="en-US" sz="1200" dirty="0" err="1"/>
              <a:t>Scada</a:t>
            </a:r>
            <a:r>
              <a:rPr lang="en-US" sz="1200" dirty="0"/>
              <a:t> Luminus</a:t>
            </a:r>
          </a:p>
          <a:p>
            <a:r>
              <a:rPr lang="en-US" sz="1400" dirty="0"/>
              <a:t>Look if a </a:t>
            </a:r>
            <a:r>
              <a:rPr lang="en-US" sz="1400" dirty="0" err="1"/>
              <a:t>swith</a:t>
            </a:r>
            <a:r>
              <a:rPr lang="en-US" sz="1400" dirty="0"/>
              <a:t> on the </a:t>
            </a:r>
            <a:r>
              <a:rPr lang="en-US" sz="1400" dirty="0" err="1"/>
              <a:t>busbar</a:t>
            </a:r>
            <a:r>
              <a:rPr lang="en-US" sz="1400" dirty="0"/>
              <a:t> is open</a:t>
            </a:r>
          </a:p>
          <a:p>
            <a:r>
              <a:rPr lang="en-US" sz="1400" dirty="0"/>
              <a:t>Calculate the Reactive (compensation) setpoint</a:t>
            </a:r>
          </a:p>
        </p:txBody>
      </p:sp>
      <p:pic>
        <p:nvPicPr>
          <p:cNvPr id="5" name="Afbeelding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938" y="1898885"/>
            <a:ext cx="4155541" cy="2287027"/>
          </a:xfrm>
          <a:prstGeom prst="rect">
            <a:avLst/>
          </a:prstGeom>
        </p:spPr>
      </p:pic>
      <p:cxnSp>
        <p:nvCxnSpPr>
          <p:cNvPr id="11" name="Rechte verbindingslijn met pijl 10">
            <a:extLst>
              <a:ext uri="{FF2B5EF4-FFF2-40B4-BE49-F238E27FC236}">
                <a16:creationId xmlns:a16="http://schemas.microsoft.com/office/drawing/2014/main" id="{C048FAA2-2288-4696-AC68-9CF86101EB0B}"/>
              </a:ext>
            </a:extLst>
          </p:cNvPr>
          <p:cNvCxnSpPr/>
          <p:nvPr/>
        </p:nvCxnSpPr>
        <p:spPr bwMode="auto">
          <a:xfrm flipV="1">
            <a:off x="524487" y="3896122"/>
            <a:ext cx="0" cy="432143"/>
          </a:xfrm>
          <a:prstGeom prst="straightConnector1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2" name="Rechte verbindingslijn met pijl 11">
            <a:extLst>
              <a:ext uri="{FF2B5EF4-FFF2-40B4-BE49-F238E27FC236}">
                <a16:creationId xmlns:a16="http://schemas.microsoft.com/office/drawing/2014/main" id="{FDFF425E-202E-45D1-8D9D-5AAAB9FEA1DD}"/>
              </a:ext>
            </a:extLst>
          </p:cNvPr>
          <p:cNvCxnSpPr/>
          <p:nvPr/>
        </p:nvCxnSpPr>
        <p:spPr bwMode="auto">
          <a:xfrm flipV="1">
            <a:off x="2324618" y="3896122"/>
            <a:ext cx="0" cy="432143"/>
          </a:xfrm>
          <a:prstGeom prst="straightConnector1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3" name="Rechte verbindingslijn met pijl 12">
            <a:extLst>
              <a:ext uri="{FF2B5EF4-FFF2-40B4-BE49-F238E27FC236}">
                <a16:creationId xmlns:a16="http://schemas.microsoft.com/office/drawing/2014/main" id="{06FDF83C-5B49-4066-AB77-B1AA9BD105A7}"/>
              </a:ext>
            </a:extLst>
          </p:cNvPr>
          <p:cNvCxnSpPr/>
          <p:nvPr/>
        </p:nvCxnSpPr>
        <p:spPr bwMode="auto">
          <a:xfrm flipV="1">
            <a:off x="4124748" y="3896122"/>
            <a:ext cx="0" cy="432143"/>
          </a:xfrm>
          <a:prstGeom prst="straightConnector1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7" name="Rechte verbindingslijn met pijl 16">
            <a:extLst>
              <a:ext uri="{FF2B5EF4-FFF2-40B4-BE49-F238E27FC236}">
                <a16:creationId xmlns:a16="http://schemas.microsoft.com/office/drawing/2014/main" id="{86549DB7-80B9-4E6C-B9DB-D90201694A81}"/>
              </a:ext>
            </a:extLst>
          </p:cNvPr>
          <p:cNvCxnSpPr>
            <a:cxnSpLocks/>
          </p:cNvCxnSpPr>
          <p:nvPr/>
        </p:nvCxnSpPr>
        <p:spPr bwMode="auto">
          <a:xfrm flipV="1">
            <a:off x="4843604" y="789496"/>
            <a:ext cx="0" cy="3801424"/>
          </a:xfrm>
          <a:prstGeom prst="straightConnector1">
            <a:avLst/>
          </a:prstGeom>
          <a:noFill/>
          <a:ln w="38100" cap="flat" cmpd="sng" algn="ctr">
            <a:solidFill>
              <a:schemeClr val="tx2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9" name="Rechte verbindingslijn met pijl 18">
            <a:extLst>
              <a:ext uri="{FF2B5EF4-FFF2-40B4-BE49-F238E27FC236}">
                <a16:creationId xmlns:a16="http://schemas.microsoft.com/office/drawing/2014/main" id="{5E1F9E02-E688-4C5A-9ECD-04762C03ABFD}"/>
              </a:ext>
            </a:extLst>
          </p:cNvPr>
          <p:cNvCxnSpPr>
            <a:cxnSpLocks/>
          </p:cNvCxnSpPr>
          <p:nvPr/>
        </p:nvCxnSpPr>
        <p:spPr bwMode="auto">
          <a:xfrm flipV="1">
            <a:off x="4843604" y="4590921"/>
            <a:ext cx="4065006" cy="6730"/>
          </a:xfrm>
          <a:prstGeom prst="straightConnector1">
            <a:avLst/>
          </a:prstGeom>
          <a:noFill/>
          <a:ln w="38100" cap="flat" cmpd="sng" algn="ctr">
            <a:solidFill>
              <a:schemeClr val="tx2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5" name="Tekstvak 24">
            <a:extLst>
              <a:ext uri="{FF2B5EF4-FFF2-40B4-BE49-F238E27FC236}">
                <a16:creationId xmlns:a16="http://schemas.microsoft.com/office/drawing/2014/main" id="{2467B97A-31D5-4D2C-967C-8BD0506863FA}"/>
              </a:ext>
            </a:extLst>
          </p:cNvPr>
          <p:cNvSpPr txBox="1"/>
          <p:nvPr/>
        </p:nvSpPr>
        <p:spPr>
          <a:xfrm>
            <a:off x="4535479" y="538012"/>
            <a:ext cx="12314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400" dirty="0"/>
              <a:t>Active Power</a:t>
            </a:r>
          </a:p>
        </p:txBody>
      </p:sp>
      <p:sp>
        <p:nvSpPr>
          <p:cNvPr id="26" name="Tekstvak 25">
            <a:extLst>
              <a:ext uri="{FF2B5EF4-FFF2-40B4-BE49-F238E27FC236}">
                <a16:creationId xmlns:a16="http://schemas.microsoft.com/office/drawing/2014/main" id="{493B92C9-3625-4D7A-98C6-77B1D3358506}"/>
              </a:ext>
            </a:extLst>
          </p:cNvPr>
          <p:cNvSpPr txBox="1"/>
          <p:nvPr/>
        </p:nvSpPr>
        <p:spPr>
          <a:xfrm>
            <a:off x="7274303" y="4597651"/>
            <a:ext cx="14398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400" dirty="0" err="1"/>
              <a:t>Reactive</a:t>
            </a:r>
            <a:r>
              <a:rPr lang="nl-BE" sz="1400" dirty="0"/>
              <a:t> Power</a:t>
            </a:r>
          </a:p>
        </p:txBody>
      </p:sp>
      <p:cxnSp>
        <p:nvCxnSpPr>
          <p:cNvPr id="31" name="Rechte verbindingslijn met pijl 30">
            <a:extLst>
              <a:ext uri="{FF2B5EF4-FFF2-40B4-BE49-F238E27FC236}">
                <a16:creationId xmlns:a16="http://schemas.microsoft.com/office/drawing/2014/main" id="{0BB5FBE7-7E6B-46C9-8F6C-A19474AB0E78}"/>
              </a:ext>
            </a:extLst>
          </p:cNvPr>
          <p:cNvCxnSpPr/>
          <p:nvPr/>
        </p:nvCxnSpPr>
        <p:spPr bwMode="auto">
          <a:xfrm flipV="1">
            <a:off x="4843603" y="2931309"/>
            <a:ext cx="932508" cy="1673072"/>
          </a:xfrm>
          <a:prstGeom prst="straightConnector1">
            <a:avLst/>
          </a:prstGeom>
          <a:noFill/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3" name="Rechte verbindingslijn met pijl 32">
            <a:extLst>
              <a:ext uri="{FF2B5EF4-FFF2-40B4-BE49-F238E27FC236}">
                <a16:creationId xmlns:a16="http://schemas.microsoft.com/office/drawing/2014/main" id="{6D0FC69B-787F-4F69-BF98-072679574EC0}"/>
              </a:ext>
            </a:extLst>
          </p:cNvPr>
          <p:cNvCxnSpPr/>
          <p:nvPr/>
        </p:nvCxnSpPr>
        <p:spPr bwMode="auto">
          <a:xfrm flipV="1">
            <a:off x="6242364" y="943728"/>
            <a:ext cx="1031939" cy="830207"/>
          </a:xfrm>
          <a:prstGeom prst="straightConnector1">
            <a:avLst/>
          </a:prstGeom>
          <a:noFill/>
          <a:ln w="38100" cap="flat" cmpd="sng" algn="ctr">
            <a:solidFill>
              <a:srgbClr val="B0C7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7" name="Rechte verbindingslijn met pijl 36">
            <a:extLst>
              <a:ext uri="{FF2B5EF4-FFF2-40B4-BE49-F238E27FC236}">
                <a16:creationId xmlns:a16="http://schemas.microsoft.com/office/drawing/2014/main" id="{2B278F89-7BEA-4B63-91F2-F73DFA5311C4}"/>
              </a:ext>
            </a:extLst>
          </p:cNvPr>
          <p:cNvCxnSpPr/>
          <p:nvPr/>
        </p:nvCxnSpPr>
        <p:spPr bwMode="auto">
          <a:xfrm flipV="1">
            <a:off x="5776111" y="1773935"/>
            <a:ext cx="466253" cy="1157374"/>
          </a:xfrm>
          <a:prstGeom prst="straightConnector1">
            <a:avLst/>
          </a:prstGeom>
          <a:noFill/>
          <a:ln w="38100" cap="flat" cmpd="sng" algn="ctr">
            <a:solidFill>
              <a:srgbClr val="FE5815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9" name="Rechte verbindingslijn met pijl 38">
            <a:extLst>
              <a:ext uri="{FF2B5EF4-FFF2-40B4-BE49-F238E27FC236}">
                <a16:creationId xmlns:a16="http://schemas.microsoft.com/office/drawing/2014/main" id="{2B10E1B0-1C0A-45EF-B5FD-3D8909CE79D0}"/>
              </a:ext>
            </a:extLst>
          </p:cNvPr>
          <p:cNvCxnSpPr/>
          <p:nvPr/>
        </p:nvCxnSpPr>
        <p:spPr bwMode="auto">
          <a:xfrm>
            <a:off x="7782057" y="1773935"/>
            <a:ext cx="914400" cy="914400"/>
          </a:xfrm>
          <a:prstGeom prst="straightConnector1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1" name="Rechte verbindingslijn met pijl 40">
            <a:extLst>
              <a:ext uri="{FF2B5EF4-FFF2-40B4-BE49-F238E27FC236}">
                <a16:creationId xmlns:a16="http://schemas.microsoft.com/office/drawing/2014/main" id="{50F61ADD-5AE1-4E26-9F8E-542DA39A86AE}"/>
              </a:ext>
            </a:extLst>
          </p:cNvPr>
          <p:cNvCxnSpPr/>
          <p:nvPr/>
        </p:nvCxnSpPr>
        <p:spPr bwMode="auto">
          <a:xfrm flipV="1">
            <a:off x="4843604" y="950458"/>
            <a:ext cx="2430699" cy="3647193"/>
          </a:xfrm>
          <a:prstGeom prst="straightConnector1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3" name="Rechte verbindingslijn 42">
            <a:extLst>
              <a:ext uri="{FF2B5EF4-FFF2-40B4-BE49-F238E27FC236}">
                <a16:creationId xmlns:a16="http://schemas.microsoft.com/office/drawing/2014/main" id="{8AD8E8B8-4201-42F4-AF08-59F17B406FA0}"/>
              </a:ext>
            </a:extLst>
          </p:cNvPr>
          <p:cNvCxnSpPr>
            <a:cxnSpLocks/>
          </p:cNvCxnSpPr>
          <p:nvPr/>
        </p:nvCxnSpPr>
        <p:spPr bwMode="auto">
          <a:xfrm>
            <a:off x="7274303" y="950458"/>
            <a:ext cx="18936" cy="3640462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5" name="Rechte verbindingslijn 44">
            <a:extLst>
              <a:ext uri="{FF2B5EF4-FFF2-40B4-BE49-F238E27FC236}">
                <a16:creationId xmlns:a16="http://schemas.microsoft.com/office/drawing/2014/main" id="{96E5367F-FF7F-45A9-8965-9893B4D213E0}"/>
              </a:ext>
            </a:extLst>
          </p:cNvPr>
          <p:cNvCxnSpPr>
            <a:cxnSpLocks/>
          </p:cNvCxnSpPr>
          <p:nvPr/>
        </p:nvCxnSpPr>
        <p:spPr bwMode="auto">
          <a:xfrm>
            <a:off x="4843604" y="957189"/>
            <a:ext cx="2405916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0" name="Rechte verbindingslijn met pijl 49">
            <a:extLst>
              <a:ext uri="{FF2B5EF4-FFF2-40B4-BE49-F238E27FC236}">
                <a16:creationId xmlns:a16="http://schemas.microsoft.com/office/drawing/2014/main" id="{56E4EE7B-5BF9-4D3F-A353-31325375B473}"/>
              </a:ext>
            </a:extLst>
          </p:cNvPr>
          <p:cNvCxnSpPr>
            <a:cxnSpLocks/>
          </p:cNvCxnSpPr>
          <p:nvPr/>
        </p:nvCxnSpPr>
        <p:spPr bwMode="auto">
          <a:xfrm flipV="1">
            <a:off x="4843602" y="957189"/>
            <a:ext cx="990883" cy="3640462"/>
          </a:xfrm>
          <a:prstGeom prst="straightConnector1">
            <a:avLst/>
          </a:prstGeom>
          <a:noFill/>
          <a:ln w="38100" cap="flat" cmpd="sng" algn="ctr">
            <a:solidFill>
              <a:srgbClr val="49A93E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2" name="Rechte verbindingslijn met pijl 51">
            <a:extLst>
              <a:ext uri="{FF2B5EF4-FFF2-40B4-BE49-F238E27FC236}">
                <a16:creationId xmlns:a16="http://schemas.microsoft.com/office/drawing/2014/main" id="{CDEA502E-308F-4EA1-9A64-FA378A2F047B}"/>
              </a:ext>
            </a:extLst>
          </p:cNvPr>
          <p:cNvCxnSpPr>
            <a:cxnSpLocks/>
          </p:cNvCxnSpPr>
          <p:nvPr/>
        </p:nvCxnSpPr>
        <p:spPr bwMode="auto">
          <a:xfrm flipH="1">
            <a:off x="5834485" y="956080"/>
            <a:ext cx="1437158" cy="1109"/>
          </a:xfrm>
          <a:prstGeom prst="straightConnector1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5" name="Rechte verbindingslijn met pijl 54">
            <a:extLst>
              <a:ext uri="{FF2B5EF4-FFF2-40B4-BE49-F238E27FC236}">
                <a16:creationId xmlns:a16="http://schemas.microsoft.com/office/drawing/2014/main" id="{4B0DBD90-39ED-4014-B4C1-CE12E778094C}"/>
              </a:ext>
            </a:extLst>
          </p:cNvPr>
          <p:cNvCxnSpPr>
            <a:cxnSpLocks/>
          </p:cNvCxnSpPr>
          <p:nvPr/>
        </p:nvCxnSpPr>
        <p:spPr bwMode="auto">
          <a:xfrm flipH="1">
            <a:off x="5856081" y="4560503"/>
            <a:ext cx="1437158" cy="1109"/>
          </a:xfrm>
          <a:prstGeom prst="straightConnector1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6" name="Rechte verbindingslijn 55">
            <a:extLst>
              <a:ext uri="{FF2B5EF4-FFF2-40B4-BE49-F238E27FC236}">
                <a16:creationId xmlns:a16="http://schemas.microsoft.com/office/drawing/2014/main" id="{0EA43FA8-C269-420E-A8CE-AAD39315AAAC}"/>
              </a:ext>
            </a:extLst>
          </p:cNvPr>
          <p:cNvCxnSpPr>
            <a:cxnSpLocks/>
          </p:cNvCxnSpPr>
          <p:nvPr/>
        </p:nvCxnSpPr>
        <p:spPr bwMode="auto">
          <a:xfrm>
            <a:off x="5834485" y="950458"/>
            <a:ext cx="18936" cy="3640462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7" name="Tekstvak 56">
            <a:extLst>
              <a:ext uri="{FF2B5EF4-FFF2-40B4-BE49-F238E27FC236}">
                <a16:creationId xmlns:a16="http://schemas.microsoft.com/office/drawing/2014/main" id="{E46FE906-0933-432D-83B8-F746EA353454}"/>
              </a:ext>
            </a:extLst>
          </p:cNvPr>
          <p:cNvSpPr txBox="1"/>
          <p:nvPr/>
        </p:nvSpPr>
        <p:spPr>
          <a:xfrm>
            <a:off x="5986528" y="4237648"/>
            <a:ext cx="13388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400" dirty="0" err="1">
                <a:solidFill>
                  <a:srgbClr val="FF0000"/>
                </a:solidFill>
              </a:rPr>
              <a:t>Compensation</a:t>
            </a:r>
            <a:endParaRPr lang="nl-BE" sz="1400" dirty="0">
              <a:solidFill>
                <a:srgbClr val="FF0000"/>
              </a:solidFill>
            </a:endParaRPr>
          </a:p>
        </p:txBody>
      </p:sp>
      <p:sp>
        <p:nvSpPr>
          <p:cNvPr id="61" name="Tekstvak 60">
            <a:extLst>
              <a:ext uri="{FF2B5EF4-FFF2-40B4-BE49-F238E27FC236}">
                <a16:creationId xmlns:a16="http://schemas.microsoft.com/office/drawing/2014/main" id="{15897A7C-E605-4F34-B415-E18571E5ED3F}"/>
              </a:ext>
            </a:extLst>
          </p:cNvPr>
          <p:cNvSpPr txBox="1"/>
          <p:nvPr/>
        </p:nvSpPr>
        <p:spPr>
          <a:xfrm>
            <a:off x="5294221" y="3131797"/>
            <a:ext cx="298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600" dirty="0">
                <a:solidFill>
                  <a:srgbClr val="FFC000"/>
                </a:solidFill>
              </a:rPr>
              <a:t>1</a:t>
            </a:r>
          </a:p>
        </p:txBody>
      </p:sp>
      <p:sp>
        <p:nvSpPr>
          <p:cNvPr id="62" name="Tekstvak 61">
            <a:extLst>
              <a:ext uri="{FF2B5EF4-FFF2-40B4-BE49-F238E27FC236}">
                <a16:creationId xmlns:a16="http://schemas.microsoft.com/office/drawing/2014/main" id="{7FFF5E46-8605-49B4-879A-957EC909EBA4}"/>
              </a:ext>
            </a:extLst>
          </p:cNvPr>
          <p:cNvSpPr txBox="1"/>
          <p:nvPr/>
        </p:nvSpPr>
        <p:spPr>
          <a:xfrm>
            <a:off x="5772291" y="2035548"/>
            <a:ext cx="298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600" dirty="0">
                <a:solidFill>
                  <a:srgbClr val="E75113"/>
                </a:solidFill>
              </a:rPr>
              <a:t>2</a:t>
            </a:r>
          </a:p>
        </p:txBody>
      </p:sp>
      <p:sp>
        <p:nvSpPr>
          <p:cNvPr id="63" name="Tekstvak 62">
            <a:extLst>
              <a:ext uri="{FF2B5EF4-FFF2-40B4-BE49-F238E27FC236}">
                <a16:creationId xmlns:a16="http://schemas.microsoft.com/office/drawing/2014/main" id="{77497726-F5A2-4F86-9212-457D70B3004C}"/>
              </a:ext>
            </a:extLst>
          </p:cNvPr>
          <p:cNvSpPr txBox="1"/>
          <p:nvPr/>
        </p:nvSpPr>
        <p:spPr>
          <a:xfrm>
            <a:off x="6521334" y="1054181"/>
            <a:ext cx="298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600" dirty="0">
                <a:solidFill>
                  <a:srgbClr val="C4D600"/>
                </a:solidFill>
              </a:rPr>
              <a:t>3</a:t>
            </a:r>
          </a:p>
        </p:txBody>
      </p:sp>
      <p:sp>
        <p:nvSpPr>
          <p:cNvPr id="4" name="Boog 3">
            <a:extLst>
              <a:ext uri="{FF2B5EF4-FFF2-40B4-BE49-F238E27FC236}">
                <a16:creationId xmlns:a16="http://schemas.microsoft.com/office/drawing/2014/main" id="{C80769FF-8082-480C-8A09-1C92581CE4B7}"/>
              </a:ext>
            </a:extLst>
          </p:cNvPr>
          <p:cNvSpPr/>
          <p:nvPr/>
        </p:nvSpPr>
        <p:spPr bwMode="auto">
          <a:xfrm>
            <a:off x="4786313" y="3943207"/>
            <a:ext cx="961321" cy="1316856"/>
          </a:xfrm>
          <a:prstGeom prst="arc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BE" sz="1000" b="0" i="0" u="none" strike="noStrike" cap="none" normalizeH="0" baseline="0">
              <a:ln>
                <a:noFill/>
              </a:ln>
              <a:solidFill>
                <a:schemeClr val="bg2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29" name="Boog 28">
            <a:extLst>
              <a:ext uri="{FF2B5EF4-FFF2-40B4-BE49-F238E27FC236}">
                <a16:creationId xmlns:a16="http://schemas.microsoft.com/office/drawing/2014/main" id="{680CC0BC-9A57-427C-A46F-906CEC81005D}"/>
              </a:ext>
            </a:extLst>
          </p:cNvPr>
          <p:cNvSpPr/>
          <p:nvPr/>
        </p:nvSpPr>
        <p:spPr bwMode="auto">
          <a:xfrm>
            <a:off x="4560262" y="4074947"/>
            <a:ext cx="801041" cy="1067487"/>
          </a:xfrm>
          <a:prstGeom prst="arc">
            <a:avLst/>
          </a:prstGeom>
          <a:ln w="38100">
            <a:solidFill>
              <a:srgbClr val="49A93E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BE" sz="1000" b="0" i="0" u="none" strike="noStrike" cap="none" normalizeH="0" baseline="0">
              <a:ln>
                <a:noFill/>
              </a:ln>
              <a:solidFill>
                <a:schemeClr val="bg2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57757586-1657-46FA-A4CC-1652E2210B50}"/>
              </a:ext>
            </a:extLst>
          </p:cNvPr>
          <p:cNvSpPr txBox="1"/>
          <p:nvPr/>
        </p:nvSpPr>
        <p:spPr>
          <a:xfrm>
            <a:off x="5530304" y="3851319"/>
            <a:ext cx="13436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400" dirty="0" err="1">
                <a:solidFill>
                  <a:schemeClr val="tx1"/>
                </a:solidFill>
              </a:rPr>
              <a:t>Cos</a:t>
            </a:r>
            <a:r>
              <a:rPr lang="nl-BE" sz="1400" dirty="0">
                <a:solidFill>
                  <a:schemeClr val="tx1"/>
                </a:solidFill>
              </a:rPr>
              <a:t> </a:t>
            </a:r>
            <a:r>
              <a:rPr lang="nl-BE" sz="1400" dirty="0" err="1">
                <a:solidFill>
                  <a:schemeClr val="tx1"/>
                </a:solidFill>
              </a:rPr>
              <a:t>phi</a:t>
            </a:r>
            <a:r>
              <a:rPr lang="nl-BE" sz="1400" dirty="0">
                <a:solidFill>
                  <a:schemeClr val="tx1"/>
                </a:solidFill>
              </a:rPr>
              <a:t> = 0,97</a:t>
            </a:r>
          </a:p>
        </p:txBody>
      </p:sp>
      <p:sp>
        <p:nvSpPr>
          <p:cNvPr id="32" name="Tekstvak 31">
            <a:extLst>
              <a:ext uri="{FF2B5EF4-FFF2-40B4-BE49-F238E27FC236}">
                <a16:creationId xmlns:a16="http://schemas.microsoft.com/office/drawing/2014/main" id="{B05D1D57-DA87-4A3F-B980-A5A64126A789}"/>
              </a:ext>
            </a:extLst>
          </p:cNvPr>
          <p:cNvSpPr txBox="1"/>
          <p:nvPr/>
        </p:nvSpPr>
        <p:spPr>
          <a:xfrm>
            <a:off x="5061072" y="3469284"/>
            <a:ext cx="13436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400" dirty="0" err="1">
                <a:solidFill>
                  <a:srgbClr val="49A93E"/>
                </a:solidFill>
              </a:rPr>
              <a:t>Cos</a:t>
            </a:r>
            <a:r>
              <a:rPr lang="nl-BE" sz="1400" dirty="0">
                <a:solidFill>
                  <a:srgbClr val="49A93E"/>
                </a:solidFill>
              </a:rPr>
              <a:t> </a:t>
            </a:r>
            <a:r>
              <a:rPr lang="nl-BE" sz="1400" dirty="0" err="1">
                <a:solidFill>
                  <a:srgbClr val="49A93E"/>
                </a:solidFill>
              </a:rPr>
              <a:t>phi</a:t>
            </a:r>
            <a:r>
              <a:rPr lang="nl-BE" sz="1400" dirty="0">
                <a:solidFill>
                  <a:srgbClr val="49A93E"/>
                </a:solidFill>
              </a:rPr>
              <a:t> = 0,99</a:t>
            </a:r>
          </a:p>
        </p:txBody>
      </p:sp>
    </p:spTree>
    <p:extLst>
      <p:ext uri="{BB962C8B-B14F-4D97-AF65-F5344CB8AC3E}">
        <p14:creationId xmlns:p14="http://schemas.microsoft.com/office/powerpoint/2010/main" val="18336126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Afbeelding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31" y="3333850"/>
            <a:ext cx="1833370" cy="1157338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92891"/>
            <a:ext cx="8229600" cy="741362"/>
          </a:xfrm>
        </p:spPr>
        <p:txBody>
          <a:bodyPr/>
          <a:lstStyle/>
          <a:p>
            <a:r>
              <a:rPr lang="en-US" dirty="0"/>
              <a:t>Calculation Reactive power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half" idx="10"/>
          </p:nvPr>
        </p:nvSpPr>
        <p:spPr>
          <a:xfrm>
            <a:off x="145331" y="853466"/>
            <a:ext cx="8229600" cy="3312000"/>
          </a:xfrm>
        </p:spPr>
        <p:txBody>
          <a:bodyPr/>
          <a:lstStyle/>
          <a:p>
            <a:r>
              <a:rPr lang="en-US" dirty="0"/>
              <a:t>Measure </a:t>
            </a:r>
            <a:r>
              <a:rPr lang="en-US" dirty="0" err="1"/>
              <a:t>P,Q,S,cos</a:t>
            </a:r>
            <a:r>
              <a:rPr lang="en-US" dirty="0"/>
              <a:t> </a:t>
            </a:r>
            <a:r>
              <a:rPr lang="en-US" dirty="0" err="1"/>
              <a:t>phi,U</a:t>
            </a:r>
            <a:r>
              <a:rPr lang="en-US" dirty="0"/>
              <a:t> at the 3 feeders </a:t>
            </a:r>
          </a:p>
          <a:p>
            <a:pPr lvl="1"/>
            <a:r>
              <a:rPr lang="en-US" dirty="0"/>
              <a:t>Measurement </a:t>
            </a:r>
            <a:r>
              <a:rPr lang="en-US" dirty="0" err="1"/>
              <a:t>Sentron</a:t>
            </a:r>
            <a:r>
              <a:rPr lang="en-US" dirty="0"/>
              <a:t> pack </a:t>
            </a:r>
          </a:p>
          <a:p>
            <a:pPr lvl="1"/>
            <a:r>
              <a:rPr lang="en-US" dirty="0"/>
              <a:t>transfer data via Modbus to </a:t>
            </a:r>
            <a:r>
              <a:rPr lang="en-US" dirty="0" err="1"/>
              <a:t>Scada</a:t>
            </a:r>
            <a:r>
              <a:rPr lang="en-US" dirty="0"/>
              <a:t> Luminus</a:t>
            </a:r>
          </a:p>
          <a:p>
            <a:r>
              <a:rPr lang="en-US" dirty="0"/>
              <a:t>Look if a </a:t>
            </a:r>
            <a:r>
              <a:rPr lang="en-US" dirty="0" err="1"/>
              <a:t>swith</a:t>
            </a:r>
            <a:r>
              <a:rPr lang="en-US" dirty="0"/>
              <a:t> on the </a:t>
            </a:r>
            <a:r>
              <a:rPr lang="en-US" dirty="0" err="1"/>
              <a:t>busbar</a:t>
            </a:r>
            <a:r>
              <a:rPr lang="en-US" dirty="0"/>
              <a:t> is open</a:t>
            </a:r>
          </a:p>
          <a:p>
            <a:r>
              <a:rPr lang="en-US" dirty="0"/>
              <a:t>Choose the correct Cos Phi </a:t>
            </a:r>
            <a:r>
              <a:rPr lang="en-US" dirty="0" err="1"/>
              <a:t>setpoint</a:t>
            </a:r>
            <a:endParaRPr lang="en-US" dirty="0"/>
          </a:p>
        </p:txBody>
      </p:sp>
      <p:pic>
        <p:nvPicPr>
          <p:cNvPr id="7" name="Afbeelding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2872" y="3971909"/>
            <a:ext cx="1213640" cy="1038557"/>
          </a:xfrm>
          <a:prstGeom prst="rect">
            <a:avLst/>
          </a:prstGeom>
        </p:spPr>
      </p:pic>
      <p:pic>
        <p:nvPicPr>
          <p:cNvPr id="9" name="Afbeelding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299" y="2366790"/>
            <a:ext cx="1589402" cy="933774"/>
          </a:xfrm>
          <a:prstGeom prst="rect">
            <a:avLst/>
          </a:prstGeom>
        </p:spPr>
      </p:pic>
      <p:pic>
        <p:nvPicPr>
          <p:cNvPr id="10" name="Tijdelijke aanduiding voor inhoud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2796" y="2366790"/>
            <a:ext cx="2333763" cy="1592451"/>
          </a:xfrm>
          <a:prstGeom prst="rect">
            <a:avLst/>
          </a:prstGeom>
        </p:spPr>
      </p:pic>
      <p:pic>
        <p:nvPicPr>
          <p:cNvPr id="11" name="Afbeelding 10">
            <a:extLst>
              <a:ext uri="{FF2B5EF4-FFF2-40B4-BE49-F238E27FC236}">
                <a16:creationId xmlns:a16="http://schemas.microsoft.com/office/drawing/2014/main" id="{7D1FF70F-0D89-434E-AFFB-6353A5765BD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4323" y="2509466"/>
            <a:ext cx="3929678" cy="2268962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02B7B57C-656B-449D-AEDD-7E269305D6E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4322" y="728899"/>
            <a:ext cx="3929678" cy="1736543"/>
          </a:xfrm>
          <a:prstGeom prst="rect">
            <a:avLst/>
          </a:prstGeom>
        </p:spPr>
      </p:pic>
      <p:sp>
        <p:nvSpPr>
          <p:cNvPr id="3" name="Tekstvak 2">
            <a:extLst>
              <a:ext uri="{FF2B5EF4-FFF2-40B4-BE49-F238E27FC236}">
                <a16:creationId xmlns:a16="http://schemas.microsoft.com/office/drawing/2014/main" id="{F842146E-0975-4287-AA32-267496F22A96}"/>
              </a:ext>
            </a:extLst>
          </p:cNvPr>
          <p:cNvSpPr txBox="1"/>
          <p:nvPr/>
        </p:nvSpPr>
        <p:spPr>
          <a:xfrm>
            <a:off x="6653479" y="334089"/>
            <a:ext cx="2454518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kern="0" dirty="0"/>
              <a:t>Calculate amount reactive power </a:t>
            </a:r>
          </a:p>
          <a:p>
            <a:r>
              <a:rPr lang="en-US" sz="1100" kern="0" dirty="0"/>
              <a:t>needed per feeder for compensation</a:t>
            </a:r>
          </a:p>
          <a:p>
            <a:endParaRPr lang="nl-BE" sz="1100" dirty="0"/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2EC9E44A-1D15-44F1-9296-D00435F9E887}"/>
              </a:ext>
            </a:extLst>
          </p:cNvPr>
          <p:cNvSpPr txBox="1"/>
          <p:nvPr/>
        </p:nvSpPr>
        <p:spPr>
          <a:xfrm>
            <a:off x="4618403" y="4783106"/>
            <a:ext cx="452559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kern="0" dirty="0"/>
              <a:t>Add all compensations + the existing reactive power from the turbines</a:t>
            </a:r>
          </a:p>
          <a:p>
            <a:endParaRPr lang="nl-BE" sz="1100" dirty="0"/>
          </a:p>
        </p:txBody>
      </p:sp>
    </p:spTree>
    <p:extLst>
      <p:ext uri="{BB962C8B-B14F-4D97-AF65-F5344CB8AC3E}">
        <p14:creationId xmlns:p14="http://schemas.microsoft.com/office/powerpoint/2010/main" val="37918465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38814" y="274638"/>
            <a:ext cx="9005186" cy="741362"/>
          </a:xfrm>
        </p:spPr>
        <p:txBody>
          <a:bodyPr/>
          <a:lstStyle/>
          <a:p>
            <a:r>
              <a:rPr lang="en-US" dirty="0"/>
              <a:t>Siemens SWT -3,2MW     	Enercon E115 4,2MW</a:t>
            </a:r>
          </a:p>
        </p:txBody>
      </p:sp>
      <p:pic>
        <p:nvPicPr>
          <p:cNvPr id="4" name="Tijdelijke aanduiding voor inhoud 3"/>
          <p:cNvPicPr>
            <a:picLocks noGrp="1" noChangeAspect="1"/>
          </p:cNvPicPr>
          <p:nvPr>
            <p:ph sz="half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9" y="932507"/>
            <a:ext cx="4528299" cy="4093297"/>
          </a:xfrm>
          <a:prstGeom prst="rect">
            <a:avLst/>
          </a:prstGeom>
        </p:spPr>
      </p:pic>
      <p:pic>
        <p:nvPicPr>
          <p:cNvPr id="1026" name="Image 2" descr="image001">
            <a:extLst>
              <a:ext uri="{FF2B5EF4-FFF2-40B4-BE49-F238E27FC236}">
                <a16:creationId xmlns:a16="http://schemas.microsoft.com/office/drawing/2014/main" id="{220A3E2C-D02E-4BC6-87ED-889E581132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72" t="41893" r="9946" b="18907"/>
          <a:stretch/>
        </p:blipFill>
        <p:spPr bwMode="auto">
          <a:xfrm>
            <a:off x="4647704" y="1708404"/>
            <a:ext cx="4286725" cy="26282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kstvak 2">
            <a:extLst>
              <a:ext uri="{FF2B5EF4-FFF2-40B4-BE49-F238E27FC236}">
                <a16:creationId xmlns:a16="http://schemas.microsoft.com/office/drawing/2014/main" id="{A58FA4E8-71FC-4AE1-B720-CBFAE2929BA4}"/>
              </a:ext>
            </a:extLst>
          </p:cNvPr>
          <p:cNvSpPr txBox="1"/>
          <p:nvPr/>
        </p:nvSpPr>
        <p:spPr>
          <a:xfrm>
            <a:off x="5160475" y="932507"/>
            <a:ext cx="311976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dirty="0"/>
              <a:t>The </a:t>
            </a:r>
            <a:r>
              <a:rPr lang="nl-BE" dirty="0" err="1"/>
              <a:t>Reactive</a:t>
            </a:r>
            <a:r>
              <a:rPr lang="nl-BE" dirty="0"/>
              <a:t> Power </a:t>
            </a:r>
            <a:r>
              <a:rPr lang="nl-BE" dirty="0" err="1"/>
              <a:t>capability</a:t>
            </a:r>
            <a:r>
              <a:rPr lang="nl-BE" dirty="0"/>
              <a:t> is </a:t>
            </a:r>
            <a:r>
              <a:rPr lang="nl-BE" dirty="0" err="1"/>
              <a:t>determined</a:t>
            </a:r>
            <a:r>
              <a:rPr lang="nl-BE" dirty="0"/>
              <a:t> </a:t>
            </a:r>
            <a:r>
              <a:rPr lang="nl-BE" dirty="0" err="1"/>
              <a:t>by</a:t>
            </a:r>
            <a:r>
              <a:rPr lang="nl-BE" dirty="0"/>
              <a:t> </a:t>
            </a:r>
            <a:r>
              <a:rPr lang="nl-BE" dirty="0" err="1"/>
              <a:t>the</a:t>
            </a:r>
            <a:r>
              <a:rPr lang="nl-BE" dirty="0"/>
              <a:t> </a:t>
            </a:r>
          </a:p>
          <a:p>
            <a:r>
              <a:rPr lang="nl-BE" dirty="0"/>
              <a:t> - </a:t>
            </a:r>
            <a:r>
              <a:rPr lang="nl-BE" dirty="0" err="1"/>
              <a:t>active</a:t>
            </a:r>
            <a:r>
              <a:rPr lang="nl-BE" dirty="0"/>
              <a:t> power </a:t>
            </a:r>
            <a:r>
              <a:rPr lang="nl-BE" dirty="0" err="1"/>
              <a:t>and</a:t>
            </a:r>
            <a:r>
              <a:rPr lang="nl-BE" dirty="0"/>
              <a:t> </a:t>
            </a:r>
            <a:r>
              <a:rPr lang="nl-BE" dirty="0" err="1"/>
              <a:t>the</a:t>
            </a:r>
            <a:r>
              <a:rPr lang="nl-BE" dirty="0"/>
              <a:t> - </a:t>
            </a:r>
            <a:r>
              <a:rPr lang="nl-BE" dirty="0" err="1"/>
              <a:t>grid</a:t>
            </a:r>
            <a:r>
              <a:rPr lang="nl-BE" dirty="0"/>
              <a:t> Voltage</a:t>
            </a:r>
          </a:p>
          <a:p>
            <a:endParaRPr lang="nl-BE" dirty="0"/>
          </a:p>
          <a:p>
            <a:r>
              <a:rPr lang="nl-BE" dirty="0"/>
              <a:t>Max export or import is 1850kVAr</a:t>
            </a:r>
          </a:p>
        </p:txBody>
      </p:sp>
    </p:spTree>
    <p:extLst>
      <p:ext uri="{BB962C8B-B14F-4D97-AF65-F5344CB8AC3E}">
        <p14:creationId xmlns:p14="http://schemas.microsoft.com/office/powerpoint/2010/main" val="4108791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Afbeelding 3"/>
          <p:cNvPicPr>
            <a:picLocks noChangeAspect="1"/>
          </p:cNvPicPr>
          <p:nvPr/>
        </p:nvPicPr>
        <p:blipFill rotWithShape="1">
          <a:blip r:embed="rId2"/>
          <a:srcRect l="4999" r="19121" b="24889"/>
          <a:stretch/>
        </p:blipFill>
        <p:spPr>
          <a:xfrm>
            <a:off x="4373880" y="1016000"/>
            <a:ext cx="4671060" cy="3616960"/>
          </a:xfrm>
          <a:prstGeom prst="rect">
            <a:avLst/>
          </a:prstGeom>
        </p:spPr>
      </p:pic>
      <p:sp>
        <p:nvSpPr>
          <p:cNvPr id="6" name="Titel 1">
            <a:extLst>
              <a:ext uri="{FF2B5EF4-FFF2-40B4-BE49-F238E27FC236}">
                <a16:creationId xmlns:a16="http://schemas.microsoft.com/office/drawing/2014/main" id="{720B89CF-8D6A-47C1-81EC-6F8217DF8CA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3360" y="274638"/>
            <a:ext cx="8831580" cy="741362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cap="all">
                <a:solidFill>
                  <a:srgbClr val="FE5815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rgbClr val="FE5815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rgbClr val="FE5815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rgbClr val="FE5815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rgbClr val="FE5815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accent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accent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accent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accent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kern="0" dirty="0"/>
              <a:t>Vestas </a:t>
            </a:r>
            <a:r>
              <a:rPr lang="en-US" sz="2400" kern="0" dirty="0"/>
              <a:t>2 MW                          </a:t>
            </a:r>
            <a:r>
              <a:rPr lang="en-US" kern="0" dirty="0"/>
              <a:t>vestas 112   3,45Mw</a:t>
            </a:r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565F4635-DF4F-48B3-AD95-740E54BECEB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71" r="12555"/>
          <a:stretch/>
        </p:blipFill>
        <p:spPr>
          <a:xfrm>
            <a:off x="99059" y="1016000"/>
            <a:ext cx="4240140" cy="3558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8701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8521" y="0"/>
            <a:ext cx="6475883" cy="5143500"/>
          </a:xfrm>
          <a:prstGeom prst="rect">
            <a:avLst/>
          </a:prstGeom>
        </p:spPr>
      </p:pic>
      <p:sp>
        <p:nvSpPr>
          <p:cNvPr id="7" name="Tijdelijke aanduiding voor inhoud 2"/>
          <p:cNvSpPr txBox="1">
            <a:spLocks/>
          </p:cNvSpPr>
          <p:nvPr/>
        </p:nvSpPr>
        <p:spPr>
          <a:xfrm>
            <a:off x="141104" y="855731"/>
            <a:ext cx="2526459" cy="3694346"/>
          </a:xfrm>
          <a:prstGeom prst="rect">
            <a:avLst/>
          </a:prstGeom>
        </p:spPr>
        <p:txBody>
          <a:bodyPr/>
          <a:lstStyle>
            <a:lvl1pPr marL="288000" indent="-288000" algn="l" rtl="0" eaLnBrk="0" fontAlgn="base" hangingPunct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rgbClr val="FE5815"/>
              </a:buClr>
              <a:buSzPct val="100000"/>
              <a:buFont typeface="Arial" pitchFamily="34" charset="0"/>
              <a:buChar char="■"/>
              <a:defRPr sz="1800" b="1" baseline="0">
                <a:solidFill>
                  <a:schemeClr val="bg2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1pPr>
            <a:lvl2pPr marL="576000" indent="-2880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FE5815"/>
              </a:buClr>
              <a:buSzPct val="80000"/>
              <a:buFont typeface="Wingdings" pitchFamily="2" charset="2"/>
              <a:buChar char=""/>
              <a:defRPr sz="1600" baseline="0">
                <a:solidFill>
                  <a:schemeClr val="bg2"/>
                </a:solidFill>
                <a:latin typeface="Arial" charset="0"/>
                <a:ea typeface="ＭＳ Ｐゴシック" charset="-128"/>
                <a:cs typeface="+mn-cs"/>
              </a:defRPr>
            </a:lvl2pPr>
            <a:lvl3pPr marL="900000" indent="-2880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E5815"/>
              </a:buClr>
              <a:buFont typeface="Wingdings" charset="2"/>
              <a:buChar char="§"/>
              <a:defRPr sz="1400" baseline="0">
                <a:solidFill>
                  <a:schemeClr val="bg2"/>
                </a:solidFill>
                <a:latin typeface="Arial" charset="0"/>
                <a:ea typeface="ＭＳ Ｐゴシック" charset="-128"/>
                <a:cs typeface="+mn-cs"/>
              </a:defRPr>
            </a:lvl3pPr>
            <a:lvl4pPr marL="28800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5815"/>
              </a:buClr>
              <a:buSzPct val="50000"/>
              <a:buFontTx/>
              <a:buNone/>
              <a:defRPr sz="1200" baseline="0">
                <a:solidFill>
                  <a:schemeClr val="bg2"/>
                </a:solidFill>
                <a:latin typeface="Arial" charset="0"/>
                <a:ea typeface="ＭＳ Ｐゴシック" charset="-128"/>
                <a:cs typeface="+mn-cs"/>
              </a:defRPr>
            </a:lvl4pPr>
            <a:lvl5pPr marL="21717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5815"/>
              </a:buClr>
              <a:buFont typeface="Wingdings" charset="2"/>
              <a:buChar char="§"/>
              <a:defRPr sz="18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5pPr>
            <a:lvl6pPr marL="3560763" indent="-381000" algn="l" rtl="0" fontAlgn="base">
              <a:spcBef>
                <a:spcPct val="2000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4017963" indent="-381000" algn="l" rtl="0" fontAlgn="base">
              <a:spcBef>
                <a:spcPct val="2000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4475163" indent="-381000" algn="l" rtl="0" fontAlgn="base">
              <a:spcBef>
                <a:spcPct val="2000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4932363" indent="-381000" algn="l" rtl="0" fontAlgn="base">
              <a:spcBef>
                <a:spcPct val="2000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kern="0" dirty="0"/>
              <a:t>Start logging in Magic </a:t>
            </a:r>
            <a:r>
              <a:rPr lang="en-US" sz="1100" kern="0" dirty="0" err="1"/>
              <a:t>Corr</a:t>
            </a:r>
            <a:r>
              <a:rPr lang="en-US" sz="1100" kern="0" dirty="0"/>
              <a:t> via PI</a:t>
            </a:r>
          </a:p>
          <a:p>
            <a:pPr marL="0" indent="0">
              <a:buNone/>
            </a:pPr>
            <a:r>
              <a:rPr lang="en-US" sz="1100" kern="0" dirty="0"/>
              <a:t>Monday 12 march = all data</a:t>
            </a:r>
          </a:p>
          <a:p>
            <a:pPr marL="0" indent="0">
              <a:buNone/>
            </a:pPr>
            <a:endParaRPr lang="en-US" sz="1100" kern="0" dirty="0"/>
          </a:p>
          <a:p>
            <a:pPr marL="0" indent="0">
              <a:buNone/>
            </a:pPr>
            <a:r>
              <a:rPr lang="en-US" sz="1100" kern="0" dirty="0"/>
              <a:t>What stands out:</a:t>
            </a:r>
          </a:p>
          <a:p>
            <a:pPr marL="0" indent="0">
              <a:buNone/>
            </a:pPr>
            <a:r>
              <a:rPr lang="en-US" sz="1100" kern="0" dirty="0"/>
              <a:t>Reactive power</a:t>
            </a:r>
          </a:p>
          <a:p>
            <a:pPr marL="0" indent="0">
              <a:buNone/>
            </a:pPr>
            <a:r>
              <a:rPr lang="en-US" sz="1100" kern="0" dirty="0"/>
              <a:t>Active power </a:t>
            </a:r>
          </a:p>
          <a:p>
            <a:pPr marL="0" indent="0">
              <a:buNone/>
            </a:pPr>
            <a:r>
              <a:rPr lang="en-US" sz="1100" kern="0" dirty="0"/>
              <a:t>from -2MW to +2MW</a:t>
            </a:r>
          </a:p>
          <a:p>
            <a:pPr marL="0" indent="0">
              <a:buNone/>
            </a:pPr>
            <a:r>
              <a:rPr lang="en-US" sz="1100" kern="0" dirty="0"/>
              <a:t>Cos phi deviates from 1</a:t>
            </a:r>
          </a:p>
          <a:p>
            <a:pPr marL="0" indent="0">
              <a:buNone/>
            </a:pPr>
            <a:endParaRPr lang="en-US" sz="1100" kern="0" dirty="0"/>
          </a:p>
          <a:p>
            <a:pPr marL="0" indent="0">
              <a:buNone/>
            </a:pPr>
            <a:r>
              <a:rPr lang="en-US" sz="1100" kern="0" dirty="0"/>
              <a:t>Calculation ramp not fast</a:t>
            </a:r>
          </a:p>
          <a:p>
            <a:pPr marL="0" indent="0">
              <a:buNone/>
            </a:pPr>
            <a:r>
              <a:rPr lang="en-US" sz="1100" kern="0" dirty="0"/>
              <a:t>Since 26/4/19 ramp is 5 time faster</a:t>
            </a:r>
          </a:p>
          <a:p>
            <a:pPr marL="0" indent="0">
              <a:buNone/>
            </a:pPr>
            <a:r>
              <a:rPr lang="en-US" sz="1100" kern="0" dirty="0">
                <a:sym typeface="Wingdings" panose="05000000000000000000" pitchFamily="2" charset="2"/>
              </a:rPr>
              <a:t>Adaptation 10 </a:t>
            </a:r>
            <a:r>
              <a:rPr lang="en-US" sz="1100" kern="0" dirty="0" err="1">
                <a:sym typeface="Wingdings" panose="05000000000000000000" pitchFamily="2" charset="2"/>
              </a:rPr>
              <a:t>kVAr</a:t>
            </a:r>
            <a:r>
              <a:rPr lang="en-US" sz="1100" kern="0" dirty="0">
                <a:sym typeface="Wingdings" panose="05000000000000000000" pitchFamily="2" charset="2"/>
              </a:rPr>
              <a:t>/s</a:t>
            </a:r>
          </a:p>
          <a:p>
            <a:pPr marL="0" indent="0">
              <a:buNone/>
            </a:pPr>
            <a:endParaRPr lang="en-US" sz="1100" kern="0" dirty="0"/>
          </a:p>
          <a:p>
            <a:pPr marL="0" indent="0">
              <a:buNone/>
            </a:pPr>
            <a:r>
              <a:rPr lang="en-US" sz="1100" kern="0" dirty="0"/>
              <a:t>Total amount of Reactive power = </a:t>
            </a:r>
          </a:p>
          <a:p>
            <a:pPr marL="0" indent="0">
              <a:buNone/>
            </a:pPr>
            <a:r>
              <a:rPr lang="en-US" sz="1100" kern="0" dirty="0"/>
              <a:t>124803 </a:t>
            </a:r>
            <a:r>
              <a:rPr lang="en-US" sz="1100" kern="0" dirty="0" err="1"/>
              <a:t>kVArh</a:t>
            </a:r>
            <a:r>
              <a:rPr lang="en-US" sz="1100" kern="0" dirty="0"/>
              <a:t> for March 2019</a:t>
            </a:r>
          </a:p>
          <a:p>
            <a:pPr marL="0" indent="0">
              <a:buNone/>
            </a:pPr>
            <a:r>
              <a:rPr lang="en-US" sz="1100" kern="0" dirty="0"/>
              <a:t>With cos phi = 0,9941</a:t>
            </a:r>
          </a:p>
        </p:txBody>
      </p:sp>
      <p:sp>
        <p:nvSpPr>
          <p:cNvPr id="9" name="Tekstvak 8"/>
          <p:cNvSpPr txBox="1"/>
          <p:nvPr/>
        </p:nvSpPr>
        <p:spPr>
          <a:xfrm>
            <a:off x="7038334" y="1022842"/>
            <a:ext cx="1475084" cy="184666"/>
          </a:xfrm>
          <a:prstGeom prst="rect">
            <a:avLst/>
          </a:prstGeom>
          <a:solidFill>
            <a:srgbClr val="00B050"/>
          </a:solidFill>
        </p:spPr>
        <p:txBody>
          <a:bodyPr wrap="none" rtlCol="0">
            <a:spAutoFit/>
          </a:bodyPr>
          <a:lstStyle/>
          <a:p>
            <a:r>
              <a:rPr lang="en-US" sz="600" dirty="0"/>
              <a:t>Measured Reactive power per turbine</a:t>
            </a:r>
          </a:p>
        </p:txBody>
      </p:sp>
      <p:sp>
        <p:nvSpPr>
          <p:cNvPr id="10" name="Tekstvak 9"/>
          <p:cNvSpPr txBox="1"/>
          <p:nvPr/>
        </p:nvSpPr>
        <p:spPr>
          <a:xfrm>
            <a:off x="4893029" y="214265"/>
            <a:ext cx="1494320" cy="184666"/>
          </a:xfrm>
          <a:prstGeom prst="rect">
            <a:avLst/>
          </a:prstGeom>
          <a:solidFill>
            <a:srgbClr val="FE5815"/>
          </a:solidFill>
        </p:spPr>
        <p:txBody>
          <a:bodyPr wrap="none" rtlCol="0">
            <a:spAutoFit/>
          </a:bodyPr>
          <a:lstStyle/>
          <a:p>
            <a:r>
              <a:rPr lang="en-US" sz="600" dirty="0" err="1"/>
              <a:t>Setpoint</a:t>
            </a:r>
            <a:r>
              <a:rPr lang="en-US" sz="600" dirty="0"/>
              <a:t> Reactive power for 3 turbines</a:t>
            </a:r>
          </a:p>
        </p:txBody>
      </p:sp>
      <p:sp>
        <p:nvSpPr>
          <p:cNvPr id="11" name="Tekstvak 10"/>
          <p:cNvSpPr txBox="1"/>
          <p:nvPr/>
        </p:nvSpPr>
        <p:spPr>
          <a:xfrm>
            <a:off x="4726317" y="1022842"/>
            <a:ext cx="1661032" cy="184666"/>
          </a:xfrm>
          <a:prstGeom prst="rect">
            <a:avLst/>
          </a:prstGeom>
          <a:solidFill>
            <a:srgbClr val="D32BC7"/>
          </a:solidFill>
        </p:spPr>
        <p:txBody>
          <a:bodyPr wrap="none" rtlCol="0">
            <a:spAutoFit/>
          </a:bodyPr>
          <a:lstStyle/>
          <a:p>
            <a:r>
              <a:rPr lang="en-US" sz="600" dirty="0"/>
              <a:t>Measured Reactive power at the  3 feeders</a:t>
            </a:r>
          </a:p>
        </p:txBody>
      </p:sp>
      <p:sp>
        <p:nvSpPr>
          <p:cNvPr id="12" name="Tekstvak 11"/>
          <p:cNvSpPr txBox="1"/>
          <p:nvPr/>
        </p:nvSpPr>
        <p:spPr>
          <a:xfrm>
            <a:off x="5003637" y="1498455"/>
            <a:ext cx="1383712" cy="184666"/>
          </a:xfrm>
          <a:prstGeom prst="rect">
            <a:avLst/>
          </a:prstGeom>
          <a:solidFill>
            <a:srgbClr val="F79D00"/>
          </a:solidFill>
        </p:spPr>
        <p:txBody>
          <a:bodyPr wrap="none" rtlCol="0">
            <a:spAutoFit/>
          </a:bodyPr>
          <a:lstStyle/>
          <a:p>
            <a:r>
              <a:rPr lang="en-US" sz="600" dirty="0"/>
              <a:t>Measured Active power per turbine</a:t>
            </a:r>
          </a:p>
        </p:txBody>
      </p:sp>
      <p:sp>
        <p:nvSpPr>
          <p:cNvPr id="13" name="Tekstvak 12"/>
          <p:cNvSpPr txBox="1"/>
          <p:nvPr/>
        </p:nvSpPr>
        <p:spPr>
          <a:xfrm>
            <a:off x="4795246" y="2029228"/>
            <a:ext cx="1592103" cy="184666"/>
          </a:xfrm>
          <a:prstGeom prst="rect">
            <a:avLst/>
          </a:prstGeom>
          <a:solidFill>
            <a:srgbClr val="00B0F0"/>
          </a:solidFill>
        </p:spPr>
        <p:txBody>
          <a:bodyPr wrap="none" rtlCol="0">
            <a:spAutoFit/>
          </a:bodyPr>
          <a:lstStyle/>
          <a:p>
            <a:r>
              <a:rPr lang="en-US" sz="600" dirty="0"/>
              <a:t>Measured Active power at the 3 feeders</a:t>
            </a:r>
          </a:p>
        </p:txBody>
      </p:sp>
      <p:sp>
        <p:nvSpPr>
          <p:cNvPr id="14" name="Tekstvak 13"/>
          <p:cNvSpPr txBox="1"/>
          <p:nvPr/>
        </p:nvSpPr>
        <p:spPr>
          <a:xfrm>
            <a:off x="5035448" y="3284610"/>
            <a:ext cx="1412566" cy="18466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600" dirty="0"/>
              <a:t>Measured Cos phi at the 3 feeders</a:t>
            </a:r>
          </a:p>
        </p:txBody>
      </p:sp>
      <p:sp>
        <p:nvSpPr>
          <p:cNvPr id="17" name="Tekstvak 16"/>
          <p:cNvSpPr txBox="1"/>
          <p:nvPr/>
        </p:nvSpPr>
        <p:spPr>
          <a:xfrm>
            <a:off x="7038334" y="214265"/>
            <a:ext cx="1904689" cy="184666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sz="600" dirty="0">
                <a:solidFill>
                  <a:schemeClr val="bg1"/>
                </a:solidFill>
              </a:rPr>
              <a:t>After Ramp </a:t>
            </a:r>
            <a:r>
              <a:rPr lang="en-US" sz="600" dirty="0" err="1">
                <a:solidFill>
                  <a:schemeClr val="bg1"/>
                </a:solidFill>
              </a:rPr>
              <a:t>Setpoint</a:t>
            </a:r>
            <a:r>
              <a:rPr lang="en-US" sz="600" dirty="0">
                <a:solidFill>
                  <a:schemeClr val="bg1"/>
                </a:solidFill>
              </a:rPr>
              <a:t> Reactive power for 3 turbines</a:t>
            </a:r>
          </a:p>
        </p:txBody>
      </p:sp>
      <p:cxnSp>
        <p:nvCxnSpPr>
          <p:cNvPr id="15" name="Rechte verbindingslijn met pijl 14"/>
          <p:cNvCxnSpPr>
            <a:cxnSpLocks/>
          </p:cNvCxnSpPr>
          <p:nvPr/>
        </p:nvCxnSpPr>
        <p:spPr bwMode="auto">
          <a:xfrm flipV="1">
            <a:off x="1267485" y="1076373"/>
            <a:ext cx="2145103" cy="741362"/>
          </a:xfrm>
          <a:prstGeom prst="straightConnector1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6" name="Rechte verbindingslijn met pijl 15"/>
          <p:cNvCxnSpPr>
            <a:cxnSpLocks/>
          </p:cNvCxnSpPr>
          <p:nvPr/>
        </p:nvCxnSpPr>
        <p:spPr bwMode="auto">
          <a:xfrm flipV="1">
            <a:off x="1122630" y="1946496"/>
            <a:ext cx="2000816" cy="175065"/>
          </a:xfrm>
          <a:prstGeom prst="straightConnector1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9" name="Rechte verbindingslijn met pijl 18"/>
          <p:cNvCxnSpPr>
            <a:cxnSpLocks/>
          </p:cNvCxnSpPr>
          <p:nvPr/>
        </p:nvCxnSpPr>
        <p:spPr bwMode="auto">
          <a:xfrm>
            <a:off x="1874067" y="2571750"/>
            <a:ext cx="1394234" cy="0"/>
          </a:xfrm>
          <a:prstGeom prst="straightConnector1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8" name="Titel 1">
            <a:extLst>
              <a:ext uri="{FF2B5EF4-FFF2-40B4-BE49-F238E27FC236}">
                <a16:creationId xmlns:a16="http://schemas.microsoft.com/office/drawing/2014/main" id="{C08A529A-CDA8-437D-A273-80CA061D4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62" y="105314"/>
            <a:ext cx="8229600" cy="741362"/>
          </a:xfrm>
        </p:spPr>
        <p:txBody>
          <a:bodyPr/>
          <a:lstStyle/>
          <a:p>
            <a:r>
              <a:rPr lang="en-US" sz="2000" dirty="0"/>
              <a:t>Measurements</a:t>
            </a:r>
            <a:br>
              <a:rPr lang="en-US" sz="2000" dirty="0"/>
            </a:br>
            <a:r>
              <a:rPr lang="en-US" sz="2000" dirty="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15177342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inhoud 2"/>
          <p:cNvSpPr txBox="1">
            <a:spLocks/>
          </p:cNvSpPr>
          <p:nvPr/>
        </p:nvSpPr>
        <p:spPr>
          <a:xfrm>
            <a:off x="162962" y="923453"/>
            <a:ext cx="2525560" cy="3558546"/>
          </a:xfrm>
          <a:prstGeom prst="rect">
            <a:avLst/>
          </a:prstGeom>
        </p:spPr>
        <p:txBody>
          <a:bodyPr/>
          <a:lstStyle>
            <a:lvl1pPr marL="288000" indent="-288000" algn="l" rtl="0" eaLnBrk="0" fontAlgn="base" hangingPunct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rgbClr val="FE5815"/>
              </a:buClr>
              <a:buSzPct val="100000"/>
              <a:buFont typeface="Arial" pitchFamily="34" charset="0"/>
              <a:buChar char="■"/>
              <a:defRPr sz="1800" b="1" baseline="0">
                <a:solidFill>
                  <a:schemeClr val="bg2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1pPr>
            <a:lvl2pPr marL="576000" indent="-2880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FE5815"/>
              </a:buClr>
              <a:buSzPct val="80000"/>
              <a:buFont typeface="Wingdings" pitchFamily="2" charset="2"/>
              <a:buChar char=""/>
              <a:defRPr sz="1600" baseline="0">
                <a:solidFill>
                  <a:schemeClr val="bg2"/>
                </a:solidFill>
                <a:latin typeface="Arial" charset="0"/>
                <a:ea typeface="ＭＳ Ｐゴシック" charset="-128"/>
                <a:cs typeface="+mn-cs"/>
              </a:defRPr>
            </a:lvl2pPr>
            <a:lvl3pPr marL="900000" indent="-2880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E5815"/>
              </a:buClr>
              <a:buFont typeface="Wingdings" charset="2"/>
              <a:buChar char="§"/>
              <a:defRPr sz="1400" baseline="0">
                <a:solidFill>
                  <a:schemeClr val="bg2"/>
                </a:solidFill>
                <a:latin typeface="Arial" charset="0"/>
                <a:ea typeface="ＭＳ Ｐゴシック" charset="-128"/>
                <a:cs typeface="+mn-cs"/>
              </a:defRPr>
            </a:lvl3pPr>
            <a:lvl4pPr marL="28800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5815"/>
              </a:buClr>
              <a:buSzPct val="50000"/>
              <a:buFontTx/>
              <a:buNone/>
              <a:defRPr sz="1200" baseline="0">
                <a:solidFill>
                  <a:schemeClr val="bg2"/>
                </a:solidFill>
                <a:latin typeface="Arial" charset="0"/>
                <a:ea typeface="ＭＳ Ｐゴシック" charset="-128"/>
                <a:cs typeface="+mn-cs"/>
              </a:defRPr>
            </a:lvl4pPr>
            <a:lvl5pPr marL="21717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5815"/>
              </a:buClr>
              <a:buFont typeface="Wingdings" charset="2"/>
              <a:buChar char="§"/>
              <a:defRPr sz="18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5pPr>
            <a:lvl6pPr marL="3560763" indent="-381000" algn="l" rtl="0" fontAlgn="base">
              <a:spcBef>
                <a:spcPct val="2000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4017963" indent="-381000" algn="l" rtl="0" fontAlgn="base">
              <a:spcBef>
                <a:spcPct val="2000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4475163" indent="-381000" algn="l" rtl="0" fontAlgn="base">
              <a:spcBef>
                <a:spcPct val="2000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4932363" indent="-381000" algn="l" rtl="0" fontAlgn="base">
              <a:spcBef>
                <a:spcPct val="2000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kern="0" dirty="0"/>
              <a:t>View on measurements feeders</a:t>
            </a:r>
          </a:p>
          <a:p>
            <a:pPr marL="0" indent="0" algn="r">
              <a:buNone/>
            </a:pPr>
            <a:r>
              <a:rPr lang="en-US" sz="1100" kern="0" dirty="0"/>
              <a:t>Reactive power	</a:t>
            </a:r>
          </a:p>
          <a:p>
            <a:pPr marL="0" indent="0" algn="r">
              <a:buNone/>
            </a:pPr>
            <a:r>
              <a:rPr lang="en-US" sz="1100" kern="0" dirty="0"/>
              <a:t>Active power		 </a:t>
            </a:r>
          </a:p>
          <a:p>
            <a:pPr marL="0" indent="0" algn="r">
              <a:buNone/>
            </a:pPr>
            <a:r>
              <a:rPr lang="en-US" sz="1100" kern="0" dirty="0"/>
              <a:t>PF		</a:t>
            </a:r>
          </a:p>
          <a:p>
            <a:pPr marL="0" indent="0">
              <a:buNone/>
            </a:pPr>
            <a:r>
              <a:rPr lang="en-US" sz="1100" kern="0" dirty="0"/>
              <a:t>	    P</a:t>
            </a:r>
          </a:p>
          <a:p>
            <a:pPr marL="0" indent="0">
              <a:buNone/>
            </a:pPr>
            <a:r>
              <a:rPr lang="en-US" sz="1100" kern="0" dirty="0"/>
              <a:t>Cos phi =   ---------------------</a:t>
            </a:r>
          </a:p>
          <a:p>
            <a:pPr marL="0" indent="0">
              <a:buNone/>
            </a:pPr>
            <a:r>
              <a:rPr lang="en-US" sz="1100" kern="0" dirty="0"/>
              <a:t>                   SQRT (P² + Q²)</a:t>
            </a:r>
          </a:p>
          <a:p>
            <a:pPr marL="0" indent="0">
              <a:buNone/>
            </a:pPr>
            <a:r>
              <a:rPr lang="en-US" sz="1100" kern="0" dirty="0"/>
              <a:t>Bad when active power is around 0</a:t>
            </a:r>
          </a:p>
          <a:p>
            <a:pPr marL="0" indent="0">
              <a:buNone/>
            </a:pPr>
            <a:endParaRPr lang="en-US" sz="1100" kern="0" dirty="0"/>
          </a:p>
          <a:p>
            <a:pPr marL="0" indent="0">
              <a:buNone/>
            </a:pPr>
            <a:r>
              <a:rPr lang="en-US" sz="1100" kern="0" dirty="0"/>
              <a:t>When injection to 500kW/feeder</a:t>
            </a:r>
          </a:p>
          <a:p>
            <a:r>
              <a:rPr lang="en-US" sz="1100" kern="0" dirty="0">
                <a:sym typeface="Wingdings" panose="05000000000000000000" pitchFamily="2" charset="2"/>
              </a:rPr>
              <a:t>Cos phi better than 0,9</a:t>
            </a:r>
          </a:p>
          <a:p>
            <a:pPr marL="0" indent="0">
              <a:buNone/>
            </a:pPr>
            <a:endParaRPr lang="en-US" sz="1100" kern="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1100" kern="0" dirty="0">
                <a:sym typeface="Wingdings" panose="05000000000000000000" pitchFamily="2" charset="2"/>
              </a:rPr>
              <a:t>When injection to 2MW/feeder</a:t>
            </a:r>
          </a:p>
          <a:p>
            <a:r>
              <a:rPr lang="en-US" sz="1100" kern="0" dirty="0">
                <a:sym typeface="Wingdings" panose="05000000000000000000" pitchFamily="2" charset="2"/>
              </a:rPr>
              <a:t>Cos phi 0,99</a:t>
            </a:r>
          </a:p>
          <a:p>
            <a:pPr marL="0" indent="0">
              <a:buNone/>
            </a:pPr>
            <a:endParaRPr lang="en-US" sz="1100" kern="0" dirty="0">
              <a:sym typeface="Wingdings" panose="05000000000000000000" pitchFamily="2" charset="2"/>
            </a:endParaRPr>
          </a:p>
        </p:txBody>
      </p:sp>
      <p:pic>
        <p:nvPicPr>
          <p:cNvPr id="4" name="Afbeelding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8117" y="0"/>
            <a:ext cx="6475883" cy="5143500"/>
          </a:xfrm>
          <a:prstGeom prst="rect">
            <a:avLst/>
          </a:prstGeom>
        </p:spPr>
      </p:pic>
      <p:sp>
        <p:nvSpPr>
          <p:cNvPr id="9" name="Tekstvak 8"/>
          <p:cNvSpPr txBox="1"/>
          <p:nvPr/>
        </p:nvSpPr>
        <p:spPr>
          <a:xfrm>
            <a:off x="4088963" y="592649"/>
            <a:ext cx="1661032" cy="184666"/>
          </a:xfrm>
          <a:prstGeom prst="rect">
            <a:avLst/>
          </a:prstGeom>
          <a:solidFill>
            <a:srgbClr val="D32BC7"/>
          </a:solidFill>
        </p:spPr>
        <p:txBody>
          <a:bodyPr wrap="none" rtlCol="0">
            <a:spAutoFit/>
          </a:bodyPr>
          <a:lstStyle/>
          <a:p>
            <a:r>
              <a:rPr lang="en-US" sz="600" dirty="0"/>
              <a:t>Measured Reactive power at the  3 feeders</a:t>
            </a:r>
          </a:p>
        </p:txBody>
      </p:sp>
      <p:sp>
        <p:nvSpPr>
          <p:cNvPr id="11" name="Tekstvak 10"/>
          <p:cNvSpPr txBox="1"/>
          <p:nvPr/>
        </p:nvSpPr>
        <p:spPr>
          <a:xfrm>
            <a:off x="4088963" y="1557274"/>
            <a:ext cx="1592103" cy="184666"/>
          </a:xfrm>
          <a:prstGeom prst="rect">
            <a:avLst/>
          </a:prstGeom>
          <a:solidFill>
            <a:srgbClr val="00B0F0"/>
          </a:solidFill>
        </p:spPr>
        <p:txBody>
          <a:bodyPr wrap="none" rtlCol="0">
            <a:spAutoFit/>
          </a:bodyPr>
          <a:lstStyle/>
          <a:p>
            <a:r>
              <a:rPr lang="en-US" sz="600" dirty="0"/>
              <a:t>Measured Active power at the 3 feeders</a:t>
            </a:r>
          </a:p>
        </p:txBody>
      </p:sp>
      <p:sp>
        <p:nvSpPr>
          <p:cNvPr id="12" name="Tekstvak 11"/>
          <p:cNvSpPr txBox="1"/>
          <p:nvPr/>
        </p:nvSpPr>
        <p:spPr>
          <a:xfrm>
            <a:off x="4088963" y="2824682"/>
            <a:ext cx="1412566" cy="18466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600" dirty="0"/>
              <a:t>Measured Cos phi at the 3 feeders</a:t>
            </a:r>
          </a:p>
        </p:txBody>
      </p:sp>
      <p:cxnSp>
        <p:nvCxnSpPr>
          <p:cNvPr id="14" name="Rechte verbindingslijn met pijl 13"/>
          <p:cNvCxnSpPr>
            <a:cxnSpLocks/>
          </p:cNvCxnSpPr>
          <p:nvPr/>
        </p:nvCxnSpPr>
        <p:spPr bwMode="auto">
          <a:xfrm flipV="1">
            <a:off x="1828800" y="1064271"/>
            <a:ext cx="1043915" cy="153510"/>
          </a:xfrm>
          <a:prstGeom prst="straightConnector1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6" name="Rechte verbindingslijn met pijl 15"/>
          <p:cNvCxnSpPr>
            <a:cxnSpLocks/>
          </p:cNvCxnSpPr>
          <p:nvPr/>
        </p:nvCxnSpPr>
        <p:spPr bwMode="auto">
          <a:xfrm flipV="1">
            <a:off x="1720158" y="1421652"/>
            <a:ext cx="1355903" cy="33476"/>
          </a:xfrm>
          <a:prstGeom prst="straightConnector1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8" name="Rechte verbindingslijn met pijl 17"/>
          <p:cNvCxnSpPr>
            <a:cxnSpLocks/>
          </p:cNvCxnSpPr>
          <p:nvPr/>
        </p:nvCxnSpPr>
        <p:spPr bwMode="auto">
          <a:xfrm>
            <a:off x="1330860" y="1683441"/>
            <a:ext cx="1911412" cy="1028957"/>
          </a:xfrm>
          <a:prstGeom prst="straightConnector1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3" name="Titel 1">
            <a:extLst>
              <a:ext uri="{FF2B5EF4-FFF2-40B4-BE49-F238E27FC236}">
                <a16:creationId xmlns:a16="http://schemas.microsoft.com/office/drawing/2014/main" id="{ACC6B4A9-7A24-4DE4-A603-3985C930C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62" y="105314"/>
            <a:ext cx="8229600" cy="741362"/>
          </a:xfrm>
        </p:spPr>
        <p:txBody>
          <a:bodyPr/>
          <a:lstStyle/>
          <a:p>
            <a:r>
              <a:rPr lang="en-US" dirty="0"/>
              <a:t>Detail PF</a:t>
            </a:r>
          </a:p>
        </p:txBody>
      </p:sp>
      <p:sp>
        <p:nvSpPr>
          <p:cNvPr id="15" name="Tekstvak 14">
            <a:extLst>
              <a:ext uri="{FF2B5EF4-FFF2-40B4-BE49-F238E27FC236}">
                <a16:creationId xmlns:a16="http://schemas.microsoft.com/office/drawing/2014/main" id="{483E8657-F29F-4C97-BDC8-CF4E701A0C1B}"/>
              </a:ext>
            </a:extLst>
          </p:cNvPr>
          <p:cNvSpPr txBox="1"/>
          <p:nvPr/>
        </p:nvSpPr>
        <p:spPr>
          <a:xfrm>
            <a:off x="3919044" y="1860057"/>
            <a:ext cx="1931939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600" dirty="0"/>
              <a:t>Here we don’t look at the production of the turbines</a:t>
            </a:r>
          </a:p>
          <a:p>
            <a:r>
              <a:rPr lang="en-US" sz="600" dirty="0"/>
              <a:t>Active power = 0 means</a:t>
            </a:r>
          </a:p>
          <a:p>
            <a:r>
              <a:rPr lang="en-US" sz="600" dirty="0"/>
              <a:t>Consumption Sibelco = Production Turbines</a:t>
            </a:r>
          </a:p>
        </p:txBody>
      </p:sp>
    </p:spTree>
    <p:extLst>
      <p:ext uri="{BB962C8B-B14F-4D97-AF65-F5344CB8AC3E}">
        <p14:creationId xmlns:p14="http://schemas.microsoft.com/office/powerpoint/2010/main" val="31269883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Afbeelding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8117" y="0"/>
            <a:ext cx="6475883" cy="5143500"/>
          </a:xfrm>
          <a:prstGeom prst="rect">
            <a:avLst/>
          </a:prstGeom>
        </p:spPr>
      </p:pic>
      <p:cxnSp>
        <p:nvCxnSpPr>
          <p:cNvPr id="5" name="Rechte verbindingslijn met pijl 4"/>
          <p:cNvCxnSpPr>
            <a:cxnSpLocks/>
          </p:cNvCxnSpPr>
          <p:nvPr/>
        </p:nvCxnSpPr>
        <p:spPr bwMode="auto">
          <a:xfrm flipV="1">
            <a:off x="2370546" y="1143732"/>
            <a:ext cx="1181678" cy="101387"/>
          </a:xfrm>
          <a:prstGeom prst="straightConnector1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6" name="Ovaal 5"/>
          <p:cNvSpPr/>
          <p:nvPr/>
        </p:nvSpPr>
        <p:spPr bwMode="auto">
          <a:xfrm>
            <a:off x="3442073" y="156347"/>
            <a:ext cx="220302" cy="3637055"/>
          </a:xfrm>
          <a:prstGeom prst="ellipse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00" b="0" i="0" u="none" strike="noStrike" cap="none" normalizeH="0" baseline="0">
              <a:ln>
                <a:noFill/>
              </a:ln>
              <a:solidFill>
                <a:schemeClr val="bg2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7" name="Tijdelijke aanduiding voor inhoud 2"/>
          <p:cNvSpPr txBox="1">
            <a:spLocks/>
          </p:cNvSpPr>
          <p:nvPr/>
        </p:nvSpPr>
        <p:spPr>
          <a:xfrm>
            <a:off x="69661" y="1069806"/>
            <a:ext cx="2414683" cy="3378642"/>
          </a:xfrm>
          <a:prstGeom prst="rect">
            <a:avLst/>
          </a:prstGeom>
        </p:spPr>
        <p:txBody>
          <a:bodyPr/>
          <a:lstStyle>
            <a:lvl1pPr marL="288000" indent="-288000" algn="l" rtl="0" eaLnBrk="0" fontAlgn="base" hangingPunct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rgbClr val="FE5815"/>
              </a:buClr>
              <a:buSzPct val="100000"/>
              <a:buFont typeface="Arial" pitchFamily="34" charset="0"/>
              <a:buChar char="■"/>
              <a:defRPr sz="1800" b="1" baseline="0">
                <a:solidFill>
                  <a:schemeClr val="bg2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1pPr>
            <a:lvl2pPr marL="576000" indent="-2880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FE5815"/>
              </a:buClr>
              <a:buSzPct val="80000"/>
              <a:buFont typeface="Wingdings" pitchFamily="2" charset="2"/>
              <a:buChar char=""/>
              <a:defRPr sz="1600" baseline="0">
                <a:solidFill>
                  <a:schemeClr val="bg2"/>
                </a:solidFill>
                <a:latin typeface="Arial" charset="0"/>
                <a:ea typeface="ＭＳ Ｐゴシック" charset="-128"/>
                <a:cs typeface="+mn-cs"/>
              </a:defRPr>
            </a:lvl2pPr>
            <a:lvl3pPr marL="900000" indent="-2880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E5815"/>
              </a:buClr>
              <a:buFont typeface="Wingdings" charset="2"/>
              <a:buChar char="§"/>
              <a:defRPr sz="1400" baseline="0">
                <a:solidFill>
                  <a:schemeClr val="bg2"/>
                </a:solidFill>
                <a:latin typeface="Arial" charset="0"/>
                <a:ea typeface="ＭＳ Ｐゴシック" charset="-128"/>
                <a:cs typeface="+mn-cs"/>
              </a:defRPr>
            </a:lvl3pPr>
            <a:lvl4pPr marL="28800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5815"/>
              </a:buClr>
              <a:buSzPct val="50000"/>
              <a:buFontTx/>
              <a:buNone/>
              <a:defRPr sz="1200" baseline="0">
                <a:solidFill>
                  <a:schemeClr val="bg2"/>
                </a:solidFill>
                <a:latin typeface="Arial" charset="0"/>
                <a:ea typeface="ＭＳ Ｐゴシック" charset="-128"/>
                <a:cs typeface="+mn-cs"/>
              </a:defRPr>
            </a:lvl4pPr>
            <a:lvl5pPr marL="21717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5815"/>
              </a:buClr>
              <a:buFont typeface="Wingdings" charset="2"/>
              <a:buChar char="§"/>
              <a:defRPr sz="18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5pPr>
            <a:lvl6pPr marL="3560763" indent="-381000" algn="l" rtl="0" fontAlgn="base">
              <a:spcBef>
                <a:spcPct val="2000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4017963" indent="-381000" algn="l" rtl="0" fontAlgn="base">
              <a:spcBef>
                <a:spcPct val="2000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4475163" indent="-381000" algn="l" rtl="0" fontAlgn="base">
              <a:spcBef>
                <a:spcPct val="2000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4932363" indent="-381000" algn="l" rtl="0" fontAlgn="base">
              <a:spcBef>
                <a:spcPct val="2000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kern="0" dirty="0"/>
              <a:t>Turbines are making more energy, resulting in less power at the 3 feeders.</a:t>
            </a:r>
          </a:p>
          <a:p>
            <a:pPr marL="0" indent="0">
              <a:buNone/>
            </a:pPr>
            <a:r>
              <a:rPr lang="en-US" sz="1100" kern="0" dirty="0"/>
              <a:t>The amount of Reactive power at the 3 feeders is not decreasing fast enough.</a:t>
            </a:r>
          </a:p>
          <a:p>
            <a:pPr marL="0" indent="0">
              <a:buNone/>
            </a:pPr>
            <a:r>
              <a:rPr lang="en-US" sz="1100" kern="0" dirty="0"/>
              <a:t>Because of this cos phi is deterioration.</a:t>
            </a:r>
          </a:p>
          <a:p>
            <a:pPr marL="0" indent="0">
              <a:buNone/>
            </a:pPr>
            <a:r>
              <a:rPr lang="en-US" sz="1100" kern="0" dirty="0"/>
              <a:t>Ramp generator is adapted.</a:t>
            </a:r>
          </a:p>
          <a:p>
            <a:pPr marL="0" indent="0">
              <a:buNone/>
            </a:pPr>
            <a:endParaRPr lang="en-US" sz="1100" kern="0" dirty="0"/>
          </a:p>
          <a:p>
            <a:pPr marL="0" indent="0">
              <a:buNone/>
            </a:pPr>
            <a:r>
              <a:rPr lang="en-US" sz="1100" kern="0" dirty="0"/>
              <a:t>When Active power is passing 0, this means from consumption to injection, the smallest amount of reactive power is creating a bad cos phi.  Even when reactive power is 0 and active power is 0 cos phi will be 0 because of division.</a:t>
            </a:r>
          </a:p>
        </p:txBody>
      </p:sp>
      <p:cxnSp>
        <p:nvCxnSpPr>
          <p:cNvPr id="8" name="Rechte verbindingslijn met pijl 7"/>
          <p:cNvCxnSpPr>
            <a:cxnSpLocks/>
          </p:cNvCxnSpPr>
          <p:nvPr/>
        </p:nvCxnSpPr>
        <p:spPr bwMode="auto">
          <a:xfrm>
            <a:off x="2408222" y="3244838"/>
            <a:ext cx="2718182" cy="403709"/>
          </a:xfrm>
          <a:prstGeom prst="straightConnector1">
            <a:avLst/>
          </a:prstGeom>
          <a:noFill/>
          <a:ln w="12700" cap="flat" cmpd="sng" algn="ctr">
            <a:solidFill>
              <a:srgbClr val="006AB3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9" name="Tekstvak 8"/>
          <p:cNvSpPr txBox="1"/>
          <p:nvPr/>
        </p:nvSpPr>
        <p:spPr>
          <a:xfrm>
            <a:off x="4513897" y="678692"/>
            <a:ext cx="1475084" cy="184666"/>
          </a:xfrm>
          <a:prstGeom prst="rect">
            <a:avLst/>
          </a:prstGeom>
          <a:solidFill>
            <a:srgbClr val="00B050"/>
          </a:solidFill>
        </p:spPr>
        <p:txBody>
          <a:bodyPr wrap="none" rtlCol="0">
            <a:spAutoFit/>
          </a:bodyPr>
          <a:lstStyle/>
          <a:p>
            <a:r>
              <a:rPr lang="en-US" sz="600" dirty="0"/>
              <a:t>Measured Reactive power per turbine</a:t>
            </a:r>
          </a:p>
        </p:txBody>
      </p:sp>
      <p:sp>
        <p:nvSpPr>
          <p:cNvPr id="10" name="Tekstvak 9"/>
          <p:cNvSpPr txBox="1"/>
          <p:nvPr/>
        </p:nvSpPr>
        <p:spPr>
          <a:xfrm>
            <a:off x="4513897" y="398119"/>
            <a:ext cx="1494320" cy="184666"/>
          </a:xfrm>
          <a:prstGeom prst="rect">
            <a:avLst/>
          </a:prstGeom>
          <a:solidFill>
            <a:srgbClr val="FE5815"/>
          </a:solidFill>
        </p:spPr>
        <p:txBody>
          <a:bodyPr wrap="none" rtlCol="0">
            <a:spAutoFit/>
          </a:bodyPr>
          <a:lstStyle/>
          <a:p>
            <a:r>
              <a:rPr lang="en-US" sz="600" dirty="0" err="1"/>
              <a:t>Setpoint</a:t>
            </a:r>
            <a:r>
              <a:rPr lang="en-US" sz="600" dirty="0"/>
              <a:t> Reactive power for 3 turbines</a:t>
            </a:r>
          </a:p>
        </p:txBody>
      </p:sp>
      <p:sp>
        <p:nvSpPr>
          <p:cNvPr id="11" name="Tekstvak 10"/>
          <p:cNvSpPr txBox="1"/>
          <p:nvPr/>
        </p:nvSpPr>
        <p:spPr>
          <a:xfrm>
            <a:off x="4513897" y="1060453"/>
            <a:ext cx="1661032" cy="184666"/>
          </a:xfrm>
          <a:prstGeom prst="rect">
            <a:avLst/>
          </a:prstGeom>
          <a:solidFill>
            <a:srgbClr val="D32BC7"/>
          </a:solidFill>
        </p:spPr>
        <p:txBody>
          <a:bodyPr wrap="none" rtlCol="0">
            <a:spAutoFit/>
          </a:bodyPr>
          <a:lstStyle/>
          <a:p>
            <a:r>
              <a:rPr lang="en-US" sz="600" dirty="0"/>
              <a:t>Measured Reactive power at the  3 feeders</a:t>
            </a:r>
          </a:p>
        </p:txBody>
      </p:sp>
      <p:sp>
        <p:nvSpPr>
          <p:cNvPr id="12" name="Tekstvak 11"/>
          <p:cNvSpPr txBox="1"/>
          <p:nvPr/>
        </p:nvSpPr>
        <p:spPr>
          <a:xfrm>
            <a:off x="4513897" y="1661034"/>
            <a:ext cx="1383712" cy="184666"/>
          </a:xfrm>
          <a:prstGeom prst="rect">
            <a:avLst/>
          </a:prstGeom>
          <a:solidFill>
            <a:srgbClr val="F79D00"/>
          </a:solidFill>
        </p:spPr>
        <p:txBody>
          <a:bodyPr wrap="none" rtlCol="0">
            <a:spAutoFit/>
          </a:bodyPr>
          <a:lstStyle/>
          <a:p>
            <a:r>
              <a:rPr lang="en-US" sz="600" dirty="0"/>
              <a:t>Measured Active power per turbine</a:t>
            </a:r>
          </a:p>
        </p:txBody>
      </p:sp>
      <p:sp>
        <p:nvSpPr>
          <p:cNvPr id="13" name="Tekstvak 12"/>
          <p:cNvSpPr txBox="1"/>
          <p:nvPr/>
        </p:nvSpPr>
        <p:spPr>
          <a:xfrm>
            <a:off x="4513897" y="2047019"/>
            <a:ext cx="1592103" cy="184666"/>
          </a:xfrm>
          <a:prstGeom prst="rect">
            <a:avLst/>
          </a:prstGeom>
          <a:solidFill>
            <a:srgbClr val="00B0F0"/>
          </a:solidFill>
        </p:spPr>
        <p:txBody>
          <a:bodyPr wrap="none" rtlCol="0">
            <a:spAutoFit/>
          </a:bodyPr>
          <a:lstStyle/>
          <a:p>
            <a:r>
              <a:rPr lang="en-US" sz="600" dirty="0"/>
              <a:t>Measured Active power at the 3 feeders</a:t>
            </a:r>
          </a:p>
        </p:txBody>
      </p:sp>
      <p:sp>
        <p:nvSpPr>
          <p:cNvPr id="14" name="Tekstvak 13"/>
          <p:cNvSpPr txBox="1"/>
          <p:nvPr/>
        </p:nvSpPr>
        <p:spPr>
          <a:xfrm>
            <a:off x="4513897" y="3060172"/>
            <a:ext cx="1412566" cy="18466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600" dirty="0"/>
              <a:t>Measured Cos phi at the 3 feeders</a:t>
            </a:r>
          </a:p>
        </p:txBody>
      </p:sp>
      <p:sp>
        <p:nvSpPr>
          <p:cNvPr id="15" name="Ovaal 14"/>
          <p:cNvSpPr/>
          <p:nvPr/>
        </p:nvSpPr>
        <p:spPr bwMode="auto">
          <a:xfrm>
            <a:off x="4925085" y="156347"/>
            <a:ext cx="722455" cy="3637055"/>
          </a:xfrm>
          <a:prstGeom prst="ellipse">
            <a:avLst/>
          </a:prstGeom>
          <a:noFill/>
          <a:ln w="12700" cap="flat" cmpd="sng" algn="ctr">
            <a:solidFill>
              <a:srgbClr val="006AB3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00" b="0" i="0" u="none" strike="noStrike" cap="none" normalizeH="0" baseline="0">
              <a:ln>
                <a:noFill/>
              </a:ln>
              <a:solidFill>
                <a:schemeClr val="bg2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7" name="Tekstvak 16"/>
          <p:cNvSpPr txBox="1"/>
          <p:nvPr/>
        </p:nvSpPr>
        <p:spPr>
          <a:xfrm>
            <a:off x="6081788" y="398931"/>
            <a:ext cx="1904689" cy="184666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sz="600" dirty="0">
                <a:solidFill>
                  <a:schemeClr val="bg1"/>
                </a:solidFill>
              </a:rPr>
              <a:t>After Ramp </a:t>
            </a:r>
            <a:r>
              <a:rPr lang="en-US" sz="600" dirty="0" err="1">
                <a:solidFill>
                  <a:schemeClr val="bg1"/>
                </a:solidFill>
              </a:rPr>
              <a:t>Setpoint</a:t>
            </a:r>
            <a:r>
              <a:rPr lang="en-US" sz="600" dirty="0">
                <a:solidFill>
                  <a:schemeClr val="bg1"/>
                </a:solidFill>
              </a:rPr>
              <a:t> Reactive power for 3 turbines</a:t>
            </a:r>
          </a:p>
        </p:txBody>
      </p:sp>
      <p:sp>
        <p:nvSpPr>
          <p:cNvPr id="18" name="Titel 1">
            <a:extLst>
              <a:ext uri="{FF2B5EF4-FFF2-40B4-BE49-F238E27FC236}">
                <a16:creationId xmlns:a16="http://schemas.microsoft.com/office/drawing/2014/main" id="{346D63A8-F68C-4AB3-A814-DB4A02682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61" y="93010"/>
            <a:ext cx="8229600" cy="741362"/>
          </a:xfrm>
        </p:spPr>
        <p:txBody>
          <a:bodyPr/>
          <a:lstStyle/>
          <a:p>
            <a:r>
              <a:rPr lang="en-US" sz="2400" dirty="0"/>
              <a:t>Production</a:t>
            </a:r>
            <a:br>
              <a:rPr lang="en-US" sz="2400" dirty="0"/>
            </a:br>
            <a:r>
              <a:rPr lang="en-US" sz="2400" dirty="0"/>
              <a:t>passing</a:t>
            </a:r>
            <a:r>
              <a:rPr lang="en-US" sz="2000" dirty="0"/>
              <a:t> </a:t>
            </a:r>
            <a:r>
              <a:rPr lang="en-US" sz="2400" dirty="0"/>
              <a:t>0</a:t>
            </a:r>
            <a:r>
              <a:rPr lang="en-US" sz="2000" dirty="0"/>
              <a:t> </a:t>
            </a:r>
            <a:r>
              <a:rPr lang="en-US" sz="2400" dirty="0"/>
              <a:t>Amps</a:t>
            </a:r>
          </a:p>
        </p:txBody>
      </p:sp>
    </p:spTree>
    <p:extLst>
      <p:ext uri="{BB962C8B-B14F-4D97-AF65-F5344CB8AC3E}">
        <p14:creationId xmlns:p14="http://schemas.microsoft.com/office/powerpoint/2010/main" val="11760705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inhoud 2"/>
          <p:cNvSpPr txBox="1">
            <a:spLocks/>
          </p:cNvSpPr>
          <p:nvPr/>
        </p:nvSpPr>
        <p:spPr>
          <a:xfrm>
            <a:off x="162062" y="1195908"/>
            <a:ext cx="4129281" cy="3242840"/>
          </a:xfrm>
          <a:prstGeom prst="rect">
            <a:avLst/>
          </a:prstGeom>
        </p:spPr>
        <p:txBody>
          <a:bodyPr/>
          <a:lstStyle>
            <a:lvl1pPr marL="288000" indent="-288000" algn="l" rtl="0" eaLnBrk="0" fontAlgn="base" hangingPunct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rgbClr val="FE5815"/>
              </a:buClr>
              <a:buSzPct val="100000"/>
              <a:buFont typeface="Arial" pitchFamily="34" charset="0"/>
              <a:buChar char="■"/>
              <a:defRPr sz="1800" b="1" baseline="0">
                <a:solidFill>
                  <a:schemeClr val="bg2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1pPr>
            <a:lvl2pPr marL="576000" indent="-2880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FE5815"/>
              </a:buClr>
              <a:buSzPct val="80000"/>
              <a:buFont typeface="Wingdings" pitchFamily="2" charset="2"/>
              <a:buChar char=""/>
              <a:defRPr sz="1600" baseline="0">
                <a:solidFill>
                  <a:schemeClr val="bg2"/>
                </a:solidFill>
                <a:latin typeface="Arial" charset="0"/>
                <a:ea typeface="ＭＳ Ｐゴシック" charset="-128"/>
                <a:cs typeface="+mn-cs"/>
              </a:defRPr>
            </a:lvl2pPr>
            <a:lvl3pPr marL="900000" indent="-2880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E5815"/>
              </a:buClr>
              <a:buFont typeface="Wingdings" charset="2"/>
              <a:buChar char="§"/>
              <a:defRPr sz="1400" baseline="0">
                <a:solidFill>
                  <a:schemeClr val="bg2"/>
                </a:solidFill>
                <a:latin typeface="Arial" charset="0"/>
                <a:ea typeface="ＭＳ Ｐゴシック" charset="-128"/>
                <a:cs typeface="+mn-cs"/>
              </a:defRPr>
            </a:lvl3pPr>
            <a:lvl4pPr marL="28800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5815"/>
              </a:buClr>
              <a:buSzPct val="50000"/>
              <a:buFontTx/>
              <a:buNone/>
              <a:defRPr sz="1200" baseline="0">
                <a:solidFill>
                  <a:schemeClr val="bg2"/>
                </a:solidFill>
                <a:latin typeface="Arial" charset="0"/>
                <a:ea typeface="ＭＳ Ｐゴシック" charset="-128"/>
                <a:cs typeface="+mn-cs"/>
              </a:defRPr>
            </a:lvl4pPr>
            <a:lvl5pPr marL="21717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5815"/>
              </a:buClr>
              <a:buFont typeface="Wingdings" charset="2"/>
              <a:buChar char="§"/>
              <a:defRPr sz="18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5pPr>
            <a:lvl6pPr marL="3560763" indent="-381000" algn="l" rtl="0" fontAlgn="base">
              <a:spcBef>
                <a:spcPct val="2000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4017963" indent="-381000" algn="l" rtl="0" fontAlgn="base">
              <a:spcBef>
                <a:spcPct val="2000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4475163" indent="-381000" algn="l" rtl="0" fontAlgn="base">
              <a:spcBef>
                <a:spcPct val="2000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4932363" indent="-381000" algn="l" rtl="0" fontAlgn="base">
              <a:spcBef>
                <a:spcPct val="2000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kern="0" dirty="0"/>
              <a:t>Only Consumption from </a:t>
            </a:r>
            <a:r>
              <a:rPr lang="en-US" sz="1100" kern="0" dirty="0" err="1"/>
              <a:t>Sibelco</a:t>
            </a:r>
            <a:endParaRPr lang="en-US" sz="1100" kern="0" dirty="0"/>
          </a:p>
          <a:p>
            <a:pPr marL="0" indent="0">
              <a:buNone/>
            </a:pPr>
            <a:r>
              <a:rPr lang="en-US" sz="1100" kern="0" dirty="0"/>
              <a:t>No power from the turbines.</a:t>
            </a:r>
          </a:p>
          <a:p>
            <a:pPr marL="0" indent="0">
              <a:buNone/>
            </a:pPr>
            <a:r>
              <a:rPr lang="en-US" sz="1100" kern="0" dirty="0"/>
              <a:t>Cos phi  3 feeders = 0,97</a:t>
            </a:r>
          </a:p>
          <a:p>
            <a:pPr marL="0" indent="0">
              <a:buNone/>
            </a:pPr>
            <a:r>
              <a:rPr lang="en-US" sz="1100" kern="0" dirty="0"/>
              <a:t>The total amount calculated for compensation is very high</a:t>
            </a:r>
          </a:p>
          <a:p>
            <a:pPr marL="0" indent="0">
              <a:buNone/>
            </a:pPr>
            <a:r>
              <a:rPr lang="en-US" sz="1100" kern="0" dirty="0"/>
              <a:t>Because the amount of Reactive power on the feeders cannot be denied.</a:t>
            </a:r>
          </a:p>
          <a:p>
            <a:pPr marL="0" indent="0">
              <a:buNone/>
            </a:pPr>
            <a:r>
              <a:rPr lang="en-US" sz="1100" kern="0" dirty="0"/>
              <a:t>Impact on cos phi is negligible because of high amount of Active Power.</a:t>
            </a:r>
          </a:p>
          <a:p>
            <a:pPr marL="0" indent="0">
              <a:buNone/>
            </a:pPr>
            <a:r>
              <a:rPr lang="en-US" sz="1100" kern="0" dirty="0"/>
              <a:t>The </a:t>
            </a:r>
            <a:r>
              <a:rPr lang="en-US" sz="1100" kern="0" dirty="0" err="1"/>
              <a:t>Ractive</a:t>
            </a:r>
            <a:r>
              <a:rPr lang="en-US" sz="1100" kern="0" dirty="0"/>
              <a:t> </a:t>
            </a:r>
            <a:r>
              <a:rPr lang="en-US" sz="1100" kern="0" dirty="0" err="1"/>
              <a:t>setpoint</a:t>
            </a:r>
            <a:r>
              <a:rPr lang="en-US" sz="1100" kern="0" dirty="0"/>
              <a:t> and production for the turbines =0 because they do not run.</a:t>
            </a:r>
          </a:p>
          <a:p>
            <a:pPr marL="0" indent="0">
              <a:buNone/>
            </a:pPr>
            <a:endParaRPr lang="en-US" sz="1100" kern="0" dirty="0"/>
          </a:p>
          <a:p>
            <a:pPr marL="0" indent="0">
              <a:buNone/>
            </a:pPr>
            <a:r>
              <a:rPr lang="en-US" sz="1100" kern="0" dirty="0"/>
              <a:t>Later on when turbines start running total Active power at the feeders decreases a lot.  We start compensating but get a cos phi worse than 0,97.</a:t>
            </a:r>
          </a:p>
          <a:p>
            <a:pPr marL="0" indent="0">
              <a:buNone/>
            </a:pPr>
            <a:r>
              <a:rPr lang="en-US" sz="1100" kern="0" dirty="0"/>
              <a:t>The closer Active power comes to 0 the worse cos phi becomes.</a:t>
            </a:r>
          </a:p>
          <a:p>
            <a:pPr marL="0" indent="0">
              <a:buNone/>
            </a:pPr>
            <a:endParaRPr lang="en-US" sz="1100" kern="0" dirty="0"/>
          </a:p>
        </p:txBody>
      </p:sp>
      <p:pic>
        <p:nvPicPr>
          <p:cNvPr id="2" name="Afbeelding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8531" y="0"/>
            <a:ext cx="6475883" cy="5143500"/>
          </a:xfrm>
          <a:prstGeom prst="rect">
            <a:avLst/>
          </a:prstGeom>
        </p:spPr>
      </p:pic>
      <p:cxnSp>
        <p:nvCxnSpPr>
          <p:cNvPr id="5" name="Rechte verbindingslijn met pijl 4"/>
          <p:cNvCxnSpPr>
            <a:cxnSpLocks/>
          </p:cNvCxnSpPr>
          <p:nvPr/>
        </p:nvCxnSpPr>
        <p:spPr bwMode="auto">
          <a:xfrm>
            <a:off x="2598345" y="1283990"/>
            <a:ext cx="2766479" cy="0"/>
          </a:xfrm>
          <a:prstGeom prst="straightConnector1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6" name="Ovaal 5"/>
          <p:cNvSpPr/>
          <p:nvPr/>
        </p:nvSpPr>
        <p:spPr bwMode="auto">
          <a:xfrm>
            <a:off x="5347543" y="134936"/>
            <a:ext cx="564370" cy="2774725"/>
          </a:xfrm>
          <a:prstGeom prst="ellipse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00" b="0" i="0" u="none" strike="noStrike" cap="none" normalizeH="0" baseline="0">
              <a:ln>
                <a:noFill/>
              </a:ln>
              <a:solidFill>
                <a:schemeClr val="bg2"/>
              </a:solidFill>
              <a:effectLst/>
              <a:latin typeface="Arial" charset="0"/>
              <a:cs typeface="Arial" charset="0"/>
            </a:endParaRPr>
          </a:p>
        </p:txBody>
      </p:sp>
      <p:cxnSp>
        <p:nvCxnSpPr>
          <p:cNvPr id="8" name="Rechte verbindingslijn met pijl 7"/>
          <p:cNvCxnSpPr>
            <a:cxnSpLocks/>
          </p:cNvCxnSpPr>
          <p:nvPr/>
        </p:nvCxnSpPr>
        <p:spPr bwMode="auto">
          <a:xfrm flipV="1">
            <a:off x="4182701" y="3023858"/>
            <a:ext cx="4154907" cy="594313"/>
          </a:xfrm>
          <a:prstGeom prst="straightConnector1">
            <a:avLst/>
          </a:prstGeom>
          <a:noFill/>
          <a:ln w="12700" cap="flat" cmpd="sng" algn="ctr">
            <a:solidFill>
              <a:srgbClr val="006AB3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9" name="Tekstvak 8"/>
          <p:cNvSpPr txBox="1"/>
          <p:nvPr/>
        </p:nvSpPr>
        <p:spPr>
          <a:xfrm>
            <a:off x="7203964" y="1191657"/>
            <a:ext cx="1475084" cy="184666"/>
          </a:xfrm>
          <a:prstGeom prst="rect">
            <a:avLst/>
          </a:prstGeom>
          <a:solidFill>
            <a:srgbClr val="00B050"/>
          </a:solidFill>
        </p:spPr>
        <p:txBody>
          <a:bodyPr wrap="none" rtlCol="0">
            <a:spAutoFit/>
          </a:bodyPr>
          <a:lstStyle/>
          <a:p>
            <a:r>
              <a:rPr lang="en-US" sz="600" dirty="0"/>
              <a:t>Measured Reactive power per turbine</a:t>
            </a:r>
          </a:p>
        </p:txBody>
      </p:sp>
      <p:sp>
        <p:nvSpPr>
          <p:cNvPr id="10" name="Tekstvak 9"/>
          <p:cNvSpPr txBox="1"/>
          <p:nvPr/>
        </p:nvSpPr>
        <p:spPr>
          <a:xfrm>
            <a:off x="7203964" y="361672"/>
            <a:ext cx="1494320" cy="184666"/>
          </a:xfrm>
          <a:prstGeom prst="rect">
            <a:avLst/>
          </a:prstGeom>
          <a:solidFill>
            <a:srgbClr val="FE5815"/>
          </a:solidFill>
        </p:spPr>
        <p:txBody>
          <a:bodyPr wrap="none" rtlCol="0">
            <a:spAutoFit/>
          </a:bodyPr>
          <a:lstStyle/>
          <a:p>
            <a:r>
              <a:rPr lang="en-US" sz="600" dirty="0" err="1"/>
              <a:t>Setpoint</a:t>
            </a:r>
            <a:r>
              <a:rPr lang="en-US" sz="600" dirty="0"/>
              <a:t> Reactive power for 3 turbines</a:t>
            </a:r>
          </a:p>
        </p:txBody>
      </p:sp>
      <p:sp>
        <p:nvSpPr>
          <p:cNvPr id="11" name="Tekstvak 10"/>
          <p:cNvSpPr txBox="1"/>
          <p:nvPr/>
        </p:nvSpPr>
        <p:spPr>
          <a:xfrm>
            <a:off x="7203964" y="815677"/>
            <a:ext cx="1683474" cy="184666"/>
          </a:xfrm>
          <a:prstGeom prst="rect">
            <a:avLst/>
          </a:prstGeom>
          <a:solidFill>
            <a:srgbClr val="D32BC7"/>
          </a:solidFill>
        </p:spPr>
        <p:txBody>
          <a:bodyPr wrap="none" rtlCol="0">
            <a:spAutoFit/>
          </a:bodyPr>
          <a:lstStyle/>
          <a:p>
            <a:r>
              <a:rPr lang="en-US" sz="600" dirty="0"/>
              <a:t>Measured Reactive power at the 3 feeders</a:t>
            </a:r>
          </a:p>
        </p:txBody>
      </p:sp>
      <p:sp>
        <p:nvSpPr>
          <p:cNvPr id="12" name="Tekstvak 11"/>
          <p:cNvSpPr txBox="1"/>
          <p:nvPr/>
        </p:nvSpPr>
        <p:spPr>
          <a:xfrm>
            <a:off x="7203964" y="2324601"/>
            <a:ext cx="1383712" cy="184666"/>
          </a:xfrm>
          <a:prstGeom prst="rect">
            <a:avLst/>
          </a:prstGeom>
          <a:solidFill>
            <a:srgbClr val="F79D00"/>
          </a:solidFill>
        </p:spPr>
        <p:txBody>
          <a:bodyPr wrap="none" rtlCol="0">
            <a:spAutoFit/>
          </a:bodyPr>
          <a:lstStyle/>
          <a:p>
            <a:r>
              <a:rPr lang="en-US" sz="600" dirty="0"/>
              <a:t>Measured Active power per turbine</a:t>
            </a:r>
          </a:p>
        </p:txBody>
      </p:sp>
      <p:sp>
        <p:nvSpPr>
          <p:cNvPr id="13" name="Tekstvak 12"/>
          <p:cNvSpPr txBox="1"/>
          <p:nvPr/>
        </p:nvSpPr>
        <p:spPr>
          <a:xfrm>
            <a:off x="7203964" y="1527272"/>
            <a:ext cx="1548822" cy="184666"/>
          </a:xfrm>
          <a:prstGeom prst="rect">
            <a:avLst/>
          </a:prstGeom>
          <a:solidFill>
            <a:srgbClr val="00B0F0"/>
          </a:solidFill>
        </p:spPr>
        <p:txBody>
          <a:bodyPr wrap="none" rtlCol="0">
            <a:spAutoFit/>
          </a:bodyPr>
          <a:lstStyle/>
          <a:p>
            <a:r>
              <a:rPr lang="en-US" sz="600" dirty="0"/>
              <a:t>Measured Active power at the 3 feeders</a:t>
            </a:r>
          </a:p>
        </p:txBody>
      </p:sp>
      <p:sp>
        <p:nvSpPr>
          <p:cNvPr id="14" name="Tekstvak 13"/>
          <p:cNvSpPr txBox="1"/>
          <p:nvPr/>
        </p:nvSpPr>
        <p:spPr>
          <a:xfrm>
            <a:off x="7203964" y="2724995"/>
            <a:ext cx="1369286" cy="18466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600" dirty="0"/>
              <a:t>Measured Cos phi at the 3 feeders</a:t>
            </a:r>
          </a:p>
        </p:txBody>
      </p:sp>
      <p:sp>
        <p:nvSpPr>
          <p:cNvPr id="15" name="Ovaal 14"/>
          <p:cNvSpPr/>
          <p:nvPr/>
        </p:nvSpPr>
        <p:spPr bwMode="auto">
          <a:xfrm>
            <a:off x="8229654" y="179370"/>
            <a:ext cx="722455" cy="3457685"/>
          </a:xfrm>
          <a:prstGeom prst="ellipse">
            <a:avLst/>
          </a:prstGeom>
          <a:noFill/>
          <a:ln w="12700" cap="flat" cmpd="sng" algn="ctr">
            <a:solidFill>
              <a:srgbClr val="006AB3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00" b="0" i="0" u="none" strike="noStrike" cap="none" normalizeH="0" baseline="0">
              <a:ln>
                <a:noFill/>
              </a:ln>
              <a:solidFill>
                <a:schemeClr val="bg2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7" name="Titel 1">
            <a:extLst>
              <a:ext uri="{FF2B5EF4-FFF2-40B4-BE49-F238E27FC236}">
                <a16:creationId xmlns:a16="http://schemas.microsoft.com/office/drawing/2014/main" id="{D51A9A73-6A02-4885-8264-87BD3EDAF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62" y="105314"/>
            <a:ext cx="8229600" cy="741362"/>
          </a:xfrm>
        </p:spPr>
        <p:txBody>
          <a:bodyPr/>
          <a:lstStyle/>
          <a:p>
            <a:r>
              <a:rPr lang="en-US" dirty="0"/>
              <a:t>Turbines starts</a:t>
            </a:r>
            <a:br>
              <a:rPr lang="en-US" dirty="0"/>
            </a:br>
            <a:r>
              <a:rPr lang="en-US" dirty="0"/>
              <a:t>Production</a:t>
            </a:r>
          </a:p>
        </p:txBody>
      </p:sp>
    </p:spTree>
    <p:extLst>
      <p:ext uri="{BB962C8B-B14F-4D97-AF65-F5344CB8AC3E}">
        <p14:creationId xmlns:p14="http://schemas.microsoft.com/office/powerpoint/2010/main" val="27099333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56943"/>
            <a:ext cx="8229600" cy="741362"/>
          </a:xfrm>
        </p:spPr>
        <p:txBody>
          <a:bodyPr/>
          <a:lstStyle/>
          <a:p>
            <a:r>
              <a:rPr lang="en-US" dirty="0"/>
              <a:t>Summary / Remarks / questions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0"/>
          </p:nvPr>
        </p:nvSpPr>
        <p:spPr>
          <a:xfrm>
            <a:off x="457200" y="798808"/>
            <a:ext cx="8229600" cy="3312000"/>
          </a:xfrm>
        </p:spPr>
        <p:txBody>
          <a:bodyPr/>
          <a:lstStyle/>
          <a:p>
            <a:r>
              <a:rPr lang="en-US" dirty="0"/>
              <a:t>Cos phi becomes 0 when I = 0 A. </a:t>
            </a:r>
          </a:p>
          <a:p>
            <a:endParaRPr lang="en-US" sz="800" dirty="0"/>
          </a:p>
          <a:p>
            <a:r>
              <a:rPr lang="en-US" dirty="0"/>
              <a:t>PF is not a good value for evaluation. Amount of reactive power is.</a:t>
            </a:r>
          </a:p>
          <a:p>
            <a:endParaRPr lang="en-US" sz="800" dirty="0"/>
          </a:p>
          <a:p>
            <a:r>
              <a:rPr lang="en-US" dirty="0"/>
              <a:t>Delay between measurement, transfer data, calculation, reaction Turbines on setpoint.  !!pumping or oscillation!!</a:t>
            </a:r>
          </a:p>
          <a:p>
            <a:endParaRPr lang="en-US" sz="800" dirty="0"/>
          </a:p>
          <a:p>
            <a:r>
              <a:rPr lang="en-US" dirty="0"/>
              <a:t>Measuring point not always same for DGO. (here 1km away)</a:t>
            </a:r>
          </a:p>
          <a:p>
            <a:endParaRPr lang="en-US" sz="800" dirty="0"/>
          </a:p>
          <a:p>
            <a:r>
              <a:rPr lang="en-US" dirty="0"/>
              <a:t>Cost penalties for bad cos phi (Elia – </a:t>
            </a:r>
            <a:r>
              <a:rPr lang="en-US" dirty="0" err="1"/>
              <a:t>Fluvius</a:t>
            </a:r>
            <a:r>
              <a:rPr lang="en-US" dirty="0"/>
              <a:t> – Ores,..)</a:t>
            </a:r>
          </a:p>
          <a:p>
            <a:endParaRPr lang="en-US" sz="800" dirty="0"/>
          </a:p>
          <a:p>
            <a:r>
              <a:rPr lang="en-US" dirty="0"/>
              <a:t>Amount of penalties previous -  today (important for next clients)</a:t>
            </a:r>
          </a:p>
          <a:p>
            <a:endParaRPr lang="en-US" sz="800" dirty="0"/>
          </a:p>
          <a:p>
            <a:r>
              <a:rPr lang="en-US" dirty="0"/>
              <a:t>Limits Generated power turbine when reactive is to high.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5617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60338"/>
            <a:ext cx="8229600" cy="741362"/>
          </a:xfrm>
        </p:spPr>
        <p:txBody>
          <a:bodyPr/>
          <a:lstStyle/>
          <a:p>
            <a:r>
              <a:rPr lang="en-US" dirty="0"/>
              <a:t>Elia </a:t>
            </a:r>
            <a:r>
              <a:rPr lang="en-US" dirty="0" err="1"/>
              <a:t>Tarification</a:t>
            </a:r>
            <a:r>
              <a:rPr lang="en-US" dirty="0"/>
              <a:t>  </a:t>
            </a:r>
            <a:r>
              <a:rPr lang="en-US" sz="1600" dirty="0"/>
              <a:t>(see </a:t>
            </a:r>
            <a:r>
              <a:rPr lang="en-US" sz="1600" dirty="0" err="1"/>
              <a:t>Tarifs</a:t>
            </a:r>
            <a:r>
              <a:rPr lang="en-US" sz="1600" dirty="0"/>
              <a:t> for transport 2016 – 2019)</a:t>
            </a:r>
            <a:endParaRPr lang="en-US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0"/>
          </p:nvPr>
        </p:nvSpPr>
        <p:spPr>
          <a:xfrm>
            <a:off x="457200" y="687123"/>
            <a:ext cx="8229600" cy="3312000"/>
          </a:xfrm>
        </p:spPr>
        <p:txBody>
          <a:bodyPr/>
          <a:lstStyle/>
          <a:p>
            <a:pPr marL="0" indent="0">
              <a:buNone/>
            </a:pPr>
            <a:r>
              <a:rPr lang="en-US" sz="1400" dirty="0"/>
              <a:t>Luminus is directly inning and transferring € t(penalty) towards Elia</a:t>
            </a:r>
          </a:p>
          <a:p>
            <a:endParaRPr lang="en-US" sz="1000" dirty="0"/>
          </a:p>
          <a:p>
            <a:r>
              <a:rPr lang="en-US" sz="1400" dirty="0"/>
              <a:t>Rate for monthly peak (€/kW) - 380,220,150 kV / 70,36,30 kV / lower</a:t>
            </a:r>
          </a:p>
          <a:p>
            <a:r>
              <a:rPr lang="en-US" sz="1400" dirty="0"/>
              <a:t>Rate for max year peak (€/kW) </a:t>
            </a:r>
          </a:p>
          <a:p>
            <a:r>
              <a:rPr lang="en-US" sz="1400" dirty="0"/>
              <a:t>Rate for R3 (€/kVA) </a:t>
            </a:r>
            <a:r>
              <a:rPr lang="en-US" sz="1200" i="1" dirty="0">
                <a:solidFill>
                  <a:schemeClr val="tx1"/>
                </a:solidFill>
              </a:rPr>
              <a:t>Power employable by Elia</a:t>
            </a:r>
          </a:p>
          <a:p>
            <a:r>
              <a:rPr lang="en-US" sz="1200" dirty="0"/>
              <a:t>Rate for Black start (€/kWh) </a:t>
            </a:r>
            <a:r>
              <a:rPr lang="en-US" sz="1200" i="1" dirty="0">
                <a:solidFill>
                  <a:schemeClr val="tx1"/>
                </a:solidFill>
              </a:rPr>
              <a:t>Power start from scratch Elia</a:t>
            </a:r>
          </a:p>
          <a:p>
            <a:r>
              <a:rPr lang="en-US" sz="1400" dirty="0"/>
              <a:t>Rate power consumption (€/kWh)</a:t>
            </a:r>
          </a:p>
          <a:p>
            <a:r>
              <a:rPr lang="en-US" sz="1400" dirty="0"/>
              <a:t>Rate for Reactive Power (€/</a:t>
            </a:r>
            <a:r>
              <a:rPr lang="en-US" sz="1400" dirty="0" err="1"/>
              <a:t>kVArh</a:t>
            </a:r>
            <a:r>
              <a:rPr lang="en-US" sz="1400" dirty="0"/>
              <a:t>) – </a:t>
            </a:r>
            <a:r>
              <a:rPr lang="en-US" sz="1200" b="0" dirty="0"/>
              <a:t>no penalty &lt; 9 </a:t>
            </a:r>
            <a:r>
              <a:rPr lang="en-US" sz="1200" b="0" dirty="0" err="1"/>
              <a:t>MVAr</a:t>
            </a:r>
            <a:r>
              <a:rPr lang="en-US" sz="1200" b="0" dirty="0"/>
              <a:t> and 2,5 </a:t>
            </a:r>
            <a:r>
              <a:rPr lang="en-US" sz="1200" b="0" dirty="0" err="1"/>
              <a:t>MVAr</a:t>
            </a:r>
            <a:endParaRPr lang="en-US" sz="1400" b="0" dirty="0"/>
          </a:p>
          <a:p>
            <a:pPr marL="288000" lvl="1" indent="0">
              <a:buNone/>
            </a:pPr>
            <a:r>
              <a:rPr lang="en-US" sz="1050" dirty="0"/>
              <a:t>Calculation done on Tang phi = 0,329 (= cos phi 0,95) for amount on quarterly calculation</a:t>
            </a:r>
          </a:p>
          <a:p>
            <a:pPr marL="288000" lvl="1" indent="0">
              <a:buNone/>
            </a:pPr>
            <a:r>
              <a:rPr lang="en-US" sz="1050" dirty="0"/>
              <a:t>If active power &lt; 10% Yearly peak </a:t>
            </a:r>
            <a:r>
              <a:rPr lang="en-US" sz="1050" dirty="0">
                <a:sym typeface="Wingdings" panose="05000000000000000000" pitchFamily="2" charset="2"/>
              </a:rPr>
              <a:t> calculation on 32,9% of 10%</a:t>
            </a:r>
          </a:p>
          <a:p>
            <a:pPr marL="288000" lvl="1" indent="0">
              <a:buNone/>
            </a:pPr>
            <a:r>
              <a:rPr lang="en-US" sz="1050" dirty="0">
                <a:sym typeface="Wingdings" panose="05000000000000000000" pitchFamily="2" charset="2"/>
              </a:rPr>
              <a:t>Rates are calculated on zone 1 max Tang phi 0,329 (0,95) or zone 2 max Tang phi 0,767 (0,8)</a:t>
            </a:r>
          </a:p>
          <a:p>
            <a:pPr marL="288000" lvl="1" indent="0">
              <a:buNone/>
            </a:pPr>
            <a:endParaRPr lang="en-US" sz="1050" dirty="0">
              <a:sym typeface="Wingdings" panose="05000000000000000000" pitchFamily="2" charset="2"/>
            </a:endParaRPr>
          </a:p>
          <a:p>
            <a:pPr marL="288000" lvl="1" indent="0">
              <a:buNone/>
            </a:pPr>
            <a:r>
              <a:rPr lang="en-US" sz="1050" dirty="0">
                <a:sym typeface="Wingdings" panose="05000000000000000000" pitchFamily="2" charset="2"/>
              </a:rPr>
              <a:t>Tarif : 0,007/</a:t>
            </a:r>
            <a:r>
              <a:rPr lang="en-US" sz="1050" dirty="0" err="1">
                <a:sym typeface="Wingdings" panose="05000000000000000000" pitchFamily="2" charset="2"/>
              </a:rPr>
              <a:t>kVArh</a:t>
            </a:r>
            <a:r>
              <a:rPr lang="en-US" sz="1050" dirty="0">
                <a:sym typeface="Wingdings" panose="05000000000000000000" pitchFamily="2" charset="2"/>
              </a:rPr>
              <a:t> in zone 1 –  0,009/</a:t>
            </a:r>
            <a:r>
              <a:rPr lang="en-US" sz="1050" dirty="0" err="1">
                <a:sym typeface="Wingdings" panose="05000000000000000000" pitchFamily="2" charset="2"/>
              </a:rPr>
              <a:t>kVArh</a:t>
            </a:r>
            <a:r>
              <a:rPr lang="en-US" sz="1050" dirty="0">
                <a:sym typeface="Wingdings" panose="05000000000000000000" pitchFamily="2" charset="2"/>
              </a:rPr>
              <a:t> zone 2  (Month invoice 141960 </a:t>
            </a:r>
            <a:r>
              <a:rPr lang="en-US" sz="1050" dirty="0" err="1">
                <a:sym typeface="Wingdings" panose="05000000000000000000" pitchFamily="2" charset="2"/>
              </a:rPr>
              <a:t>kVArh</a:t>
            </a:r>
            <a:r>
              <a:rPr lang="en-US" sz="1050" dirty="0">
                <a:sym typeface="Wingdings" panose="05000000000000000000" pitchFamily="2" charset="2"/>
              </a:rPr>
              <a:t> Cap. / 237028 </a:t>
            </a:r>
            <a:r>
              <a:rPr lang="en-US" sz="1050" dirty="0" err="1">
                <a:sym typeface="Wingdings" panose="05000000000000000000" pitchFamily="2" charset="2"/>
              </a:rPr>
              <a:t>kVArh</a:t>
            </a:r>
            <a:r>
              <a:rPr lang="en-US" sz="1050" dirty="0">
                <a:sym typeface="Wingdings" panose="05000000000000000000" pitchFamily="2" charset="2"/>
              </a:rPr>
              <a:t> Ind.)</a:t>
            </a:r>
          </a:p>
          <a:p>
            <a:pPr marL="288000" lvl="1" indent="0">
              <a:buNone/>
            </a:pPr>
            <a:endParaRPr lang="en-US" sz="1050" dirty="0">
              <a:sym typeface="Wingdings" panose="05000000000000000000" pitchFamily="2" charset="2"/>
            </a:endParaRPr>
          </a:p>
          <a:p>
            <a:pPr marL="288000" lvl="1" indent="0">
              <a:buNone/>
            </a:pPr>
            <a:endParaRPr lang="en-US" sz="1050" dirty="0">
              <a:sym typeface="Wingdings" panose="05000000000000000000" pitchFamily="2" charset="2"/>
            </a:endParaRPr>
          </a:p>
          <a:p>
            <a:pPr marL="288000" lvl="1" indent="0">
              <a:buNone/>
            </a:pPr>
            <a:endParaRPr lang="en-US" sz="1050" dirty="0">
              <a:sym typeface="Wingdings" panose="05000000000000000000" pitchFamily="2" charset="2"/>
            </a:endParaRPr>
          </a:p>
          <a:p>
            <a:pPr marL="288000" lvl="1" indent="0">
              <a:buNone/>
            </a:pPr>
            <a:endParaRPr lang="en-US" sz="1050" dirty="0">
              <a:sym typeface="Wingdings" panose="05000000000000000000" pitchFamily="2" charset="2"/>
            </a:endParaRPr>
          </a:p>
          <a:p>
            <a:r>
              <a:rPr lang="en-US" sz="1400" dirty="0"/>
              <a:t>Rate for Reactive Power (€/</a:t>
            </a:r>
            <a:r>
              <a:rPr lang="en-US" sz="1400" dirty="0" err="1"/>
              <a:t>kVArh</a:t>
            </a:r>
            <a:r>
              <a:rPr lang="en-US" sz="1400" dirty="0"/>
              <a:t>) when PF &gt; 0,95 = 0,0175</a:t>
            </a:r>
            <a:r>
              <a:rPr lang="en-US" sz="1200" b="0" dirty="0"/>
              <a:t> (based on monthly calculation)</a:t>
            </a:r>
            <a:endParaRPr lang="en-US" dirty="0"/>
          </a:p>
          <a:p>
            <a:pPr marL="288000" lvl="1" indent="0">
              <a:buNone/>
            </a:pPr>
            <a:endParaRPr lang="en-US" dirty="0"/>
          </a:p>
          <a:p>
            <a:pPr marL="288000" lvl="1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01B37809-E607-40E1-B163-8E7DA9403D54}"/>
              </a:ext>
            </a:extLst>
          </p:cNvPr>
          <p:cNvSpPr txBox="1">
            <a:spLocks/>
          </p:cNvSpPr>
          <p:nvPr/>
        </p:nvSpPr>
        <p:spPr>
          <a:xfrm>
            <a:off x="457200" y="3537002"/>
            <a:ext cx="8229600" cy="741362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cap="all">
                <a:solidFill>
                  <a:srgbClr val="FE5815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rgbClr val="FE5815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rgbClr val="FE5815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rgbClr val="FE5815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rgbClr val="FE5815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accent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accent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accent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accent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kern="0" dirty="0" err="1"/>
              <a:t>Fluvius</a:t>
            </a:r>
            <a:r>
              <a:rPr lang="en-US" kern="0" dirty="0"/>
              <a:t> </a:t>
            </a:r>
            <a:r>
              <a:rPr lang="en-US" kern="0" dirty="0" err="1"/>
              <a:t>Tarification</a:t>
            </a:r>
            <a:r>
              <a:rPr lang="en-US" kern="0" dirty="0"/>
              <a:t>  </a:t>
            </a:r>
            <a:r>
              <a:rPr lang="en-US" sz="1600" kern="0" dirty="0"/>
              <a:t>(based on data 1 client)</a:t>
            </a:r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15897583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487624" cy="576388"/>
          </a:xfrm>
        </p:spPr>
        <p:txBody>
          <a:bodyPr/>
          <a:lstStyle/>
          <a:p>
            <a:r>
              <a:rPr lang="en-US" sz="2000" dirty="0"/>
              <a:t>Harmonic filters and reactive compensation</a:t>
            </a:r>
            <a:br>
              <a:rPr lang="en-US" sz="2000" dirty="0"/>
            </a:br>
            <a:r>
              <a:rPr lang="en-US" sz="2000" dirty="0"/>
              <a:t>Can be used instead of compensation with turbine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0"/>
          </p:nvPr>
        </p:nvSpPr>
        <p:spPr>
          <a:xfrm>
            <a:off x="586212" y="1964726"/>
            <a:ext cx="8229600" cy="300031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Instead of compensation with the Turbine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Install </a:t>
            </a:r>
            <a:r>
              <a:rPr lang="en-US" dirty="0"/>
              <a:t>Condenser Batteries and bobbins</a:t>
            </a:r>
          </a:p>
          <a:p>
            <a:pPr>
              <a:buFont typeface="Wingdings" panose="05000000000000000000" pitchFamily="2" charset="2"/>
              <a:buChar char="à"/>
            </a:pPr>
            <a:endParaRPr lang="en-US" dirty="0"/>
          </a:p>
          <a:p>
            <a:r>
              <a:rPr lang="en-US" dirty="0"/>
              <a:t>Also For harmonics between 175 Hz and 1350 Hz.</a:t>
            </a:r>
          </a:p>
          <a:p>
            <a:r>
              <a:rPr lang="en-US" dirty="0"/>
              <a:t>Solutions from 90 till 540 </a:t>
            </a:r>
            <a:r>
              <a:rPr lang="en-US" dirty="0" err="1"/>
              <a:t>kVAr</a:t>
            </a:r>
            <a:endParaRPr lang="en-US" dirty="0"/>
          </a:p>
          <a:p>
            <a:r>
              <a:rPr lang="en-US" dirty="0"/>
              <a:t>Price for HarmoFit5 330 </a:t>
            </a:r>
            <a:r>
              <a:rPr lang="en-US" dirty="0" err="1"/>
              <a:t>kVAr</a:t>
            </a:r>
            <a:endParaRPr lang="en-US" dirty="0"/>
          </a:p>
          <a:p>
            <a:pPr marL="288000" lvl="1" indent="0">
              <a:buNone/>
            </a:pPr>
            <a:endParaRPr lang="en-US" dirty="0"/>
          </a:p>
          <a:p>
            <a:pPr marL="288000" lvl="1" indent="0">
              <a:buNone/>
            </a:pPr>
            <a:r>
              <a:rPr lang="en-US" dirty="0"/>
              <a:t>	</a:t>
            </a:r>
            <a:r>
              <a:rPr lang="en-US" b="1" dirty="0"/>
              <a:t>7745 €</a:t>
            </a:r>
          </a:p>
          <a:p>
            <a:endParaRPr lang="en-US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B42A96A0-B654-45BA-BC1E-3C78F97737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5463" y="1650521"/>
            <a:ext cx="1733639" cy="2622685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30248DC7-C2FF-420F-85D5-FCC6F46D56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2794" y="1041673"/>
            <a:ext cx="5232669" cy="806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67383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" val="dc37da6d8cf793ca9671c82538b8359ac8b2ec"/>
</p:tagLst>
</file>

<file path=ppt/theme/theme1.xml><?xml version="1.0" encoding="utf-8"?>
<a:theme xmlns:a="http://schemas.openxmlformats.org/drawingml/2006/main" name="Corporate template UK">
  <a:themeElements>
    <a:clrScheme name="EDF Luminus">
      <a:dk1>
        <a:srgbClr val="7F7F7F"/>
      </a:dk1>
      <a:lt1>
        <a:srgbClr val="FFFFFF"/>
      </a:lt1>
      <a:dk2>
        <a:srgbClr val="232323"/>
      </a:dk2>
      <a:lt2>
        <a:srgbClr val="232323"/>
      </a:lt2>
      <a:accent1>
        <a:srgbClr val="FE5815"/>
      </a:accent1>
      <a:accent2>
        <a:srgbClr val="FFA02F"/>
      </a:accent2>
      <a:accent3>
        <a:srgbClr val="C4D600"/>
      </a:accent3>
      <a:accent4>
        <a:srgbClr val="509E2F"/>
      </a:accent4>
      <a:accent5>
        <a:srgbClr val="005BBB"/>
      </a:accent5>
      <a:accent6>
        <a:srgbClr val="001A70"/>
      </a:accent6>
      <a:hlink>
        <a:srgbClr val="005BBB"/>
      </a:hlink>
      <a:folHlink>
        <a:srgbClr val="001A70"/>
      </a:folHlink>
    </a:clrScheme>
    <a:fontScheme name="1_Conception personnalisée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 smtClean="0">
            <a:ln>
              <a:noFill/>
            </a:ln>
            <a:solidFill>
              <a:schemeClr val="bg2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 smtClean="0">
            <a:ln>
              <a:noFill/>
            </a:ln>
            <a:solidFill>
              <a:schemeClr val="bg2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1_Conception personnalisé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onception personnalisé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onception personnalisé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onception personnalisé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onception personnalisé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onception personnalisé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onception personnalisé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onception personnalisé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onception personnalisé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onception personnalisé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onception personnalisé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onception personnalisé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OVER ORANGE">
  <a:themeElements>
    <a:clrScheme name="EDF Luminus">
      <a:dk1>
        <a:srgbClr val="7F7F7F"/>
      </a:dk1>
      <a:lt1>
        <a:srgbClr val="FFFFFF"/>
      </a:lt1>
      <a:dk2>
        <a:srgbClr val="232323"/>
      </a:dk2>
      <a:lt2>
        <a:srgbClr val="232323"/>
      </a:lt2>
      <a:accent1>
        <a:srgbClr val="FE5815"/>
      </a:accent1>
      <a:accent2>
        <a:srgbClr val="FFA02F"/>
      </a:accent2>
      <a:accent3>
        <a:srgbClr val="C4D600"/>
      </a:accent3>
      <a:accent4>
        <a:srgbClr val="509E2F"/>
      </a:accent4>
      <a:accent5>
        <a:srgbClr val="005BBB"/>
      </a:accent5>
      <a:accent6>
        <a:srgbClr val="001A70"/>
      </a:accent6>
      <a:hlink>
        <a:srgbClr val="005BBB"/>
      </a:hlink>
      <a:folHlink>
        <a:srgbClr val="001A70"/>
      </a:folHlink>
    </a:clrScheme>
    <a:fontScheme name="1_Conception personnalisée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 smtClean="0">
            <a:ln>
              <a:noFill/>
            </a:ln>
            <a:solidFill>
              <a:schemeClr val="bg2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 smtClean="0">
            <a:ln>
              <a:noFill/>
            </a:ln>
            <a:solidFill>
              <a:schemeClr val="bg2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1_Conception personnalisé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onception personnalisé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onception personnalisé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onception personnalisé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onception personnalisé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onception personnalisé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onception personnalisé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onception personnalisé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onception personnalisé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onception personnalisé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onception personnalisé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onception personnalisé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COVER LIME">
  <a:themeElements>
    <a:clrScheme name="EDF Luminus">
      <a:dk1>
        <a:srgbClr val="7F7F7F"/>
      </a:dk1>
      <a:lt1>
        <a:srgbClr val="FFFFFF"/>
      </a:lt1>
      <a:dk2>
        <a:srgbClr val="232323"/>
      </a:dk2>
      <a:lt2>
        <a:srgbClr val="232323"/>
      </a:lt2>
      <a:accent1>
        <a:srgbClr val="FE5815"/>
      </a:accent1>
      <a:accent2>
        <a:srgbClr val="FFA02F"/>
      </a:accent2>
      <a:accent3>
        <a:srgbClr val="C4D600"/>
      </a:accent3>
      <a:accent4>
        <a:srgbClr val="509E2F"/>
      </a:accent4>
      <a:accent5>
        <a:srgbClr val="005BBB"/>
      </a:accent5>
      <a:accent6>
        <a:srgbClr val="001A70"/>
      </a:accent6>
      <a:hlink>
        <a:srgbClr val="005BBB"/>
      </a:hlink>
      <a:folHlink>
        <a:srgbClr val="001A70"/>
      </a:folHlink>
    </a:clrScheme>
    <a:fontScheme name="1_Conception personnalisée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 smtClean="0">
            <a:ln>
              <a:noFill/>
            </a:ln>
            <a:solidFill>
              <a:schemeClr val="bg2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 smtClean="0">
            <a:ln>
              <a:noFill/>
            </a:ln>
            <a:solidFill>
              <a:schemeClr val="bg2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1_Conception personnalisé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onception personnalisé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onception personnalisé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onception personnalisé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onception personnalisé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onception personnalisé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onception personnalisé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onception personnalisé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onception personnalisé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onception personnalisé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onception personnalisé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onception personnalisé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COVER GREEN">
  <a:themeElements>
    <a:clrScheme name="EDF Luminus">
      <a:dk1>
        <a:srgbClr val="7F7F7F"/>
      </a:dk1>
      <a:lt1>
        <a:srgbClr val="FFFFFF"/>
      </a:lt1>
      <a:dk2>
        <a:srgbClr val="232323"/>
      </a:dk2>
      <a:lt2>
        <a:srgbClr val="232323"/>
      </a:lt2>
      <a:accent1>
        <a:srgbClr val="FE5815"/>
      </a:accent1>
      <a:accent2>
        <a:srgbClr val="FFA02F"/>
      </a:accent2>
      <a:accent3>
        <a:srgbClr val="C4D600"/>
      </a:accent3>
      <a:accent4>
        <a:srgbClr val="509E2F"/>
      </a:accent4>
      <a:accent5>
        <a:srgbClr val="005BBB"/>
      </a:accent5>
      <a:accent6>
        <a:srgbClr val="001A70"/>
      </a:accent6>
      <a:hlink>
        <a:srgbClr val="005BBB"/>
      </a:hlink>
      <a:folHlink>
        <a:srgbClr val="001A70"/>
      </a:folHlink>
    </a:clrScheme>
    <a:fontScheme name="1_Conception personnalisée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 smtClean="0">
            <a:ln>
              <a:noFill/>
            </a:ln>
            <a:solidFill>
              <a:schemeClr val="bg2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 smtClean="0">
            <a:ln>
              <a:noFill/>
            </a:ln>
            <a:solidFill>
              <a:schemeClr val="bg2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1_Conception personnalisé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onception personnalisé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onception personnalisé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onception personnalisé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onception personnalisé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onception personnalisé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onception personnalisé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onception personnalisé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onception personnalisé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onception personnalisé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onception personnalisé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onception personnalisé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COVER BLUE">
  <a:themeElements>
    <a:clrScheme name="EDF Luminus">
      <a:dk1>
        <a:srgbClr val="7F7F7F"/>
      </a:dk1>
      <a:lt1>
        <a:srgbClr val="FFFFFF"/>
      </a:lt1>
      <a:dk2>
        <a:srgbClr val="232323"/>
      </a:dk2>
      <a:lt2>
        <a:srgbClr val="232323"/>
      </a:lt2>
      <a:accent1>
        <a:srgbClr val="FE5815"/>
      </a:accent1>
      <a:accent2>
        <a:srgbClr val="FFA02F"/>
      </a:accent2>
      <a:accent3>
        <a:srgbClr val="C4D600"/>
      </a:accent3>
      <a:accent4>
        <a:srgbClr val="509E2F"/>
      </a:accent4>
      <a:accent5>
        <a:srgbClr val="005BBB"/>
      </a:accent5>
      <a:accent6>
        <a:srgbClr val="001A70"/>
      </a:accent6>
      <a:hlink>
        <a:srgbClr val="005BBB"/>
      </a:hlink>
      <a:folHlink>
        <a:srgbClr val="001A70"/>
      </a:folHlink>
    </a:clrScheme>
    <a:fontScheme name="1_Conception personnalisée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 smtClean="0">
            <a:ln>
              <a:noFill/>
            </a:ln>
            <a:solidFill>
              <a:schemeClr val="bg2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 smtClean="0">
            <a:ln>
              <a:noFill/>
            </a:ln>
            <a:solidFill>
              <a:schemeClr val="bg2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1_Conception personnalisé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onception personnalisé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onception personnalisé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onception personnalisé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onception personnalisé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onception personnalisé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onception personnalisé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onception personnalisé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onception personnalisé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onception personnalisé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onception personnalisé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onception personnalisé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COVER BLUE DARK">
  <a:themeElements>
    <a:clrScheme name="EDF Luminus">
      <a:dk1>
        <a:srgbClr val="7F7F7F"/>
      </a:dk1>
      <a:lt1>
        <a:srgbClr val="FFFFFF"/>
      </a:lt1>
      <a:dk2>
        <a:srgbClr val="232323"/>
      </a:dk2>
      <a:lt2>
        <a:srgbClr val="232323"/>
      </a:lt2>
      <a:accent1>
        <a:srgbClr val="FE5815"/>
      </a:accent1>
      <a:accent2>
        <a:srgbClr val="FFA02F"/>
      </a:accent2>
      <a:accent3>
        <a:srgbClr val="C4D600"/>
      </a:accent3>
      <a:accent4>
        <a:srgbClr val="509E2F"/>
      </a:accent4>
      <a:accent5>
        <a:srgbClr val="005BBB"/>
      </a:accent5>
      <a:accent6>
        <a:srgbClr val="001A70"/>
      </a:accent6>
      <a:hlink>
        <a:srgbClr val="005BBB"/>
      </a:hlink>
      <a:folHlink>
        <a:srgbClr val="001A70"/>
      </a:folHlink>
    </a:clrScheme>
    <a:fontScheme name="1_Conception personnalisée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 smtClean="0">
            <a:ln>
              <a:noFill/>
            </a:ln>
            <a:solidFill>
              <a:schemeClr val="bg2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 smtClean="0">
            <a:ln>
              <a:noFill/>
            </a:ln>
            <a:solidFill>
              <a:schemeClr val="bg2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1_Conception personnalisé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onception personnalisé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onception personnalisé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onception personnalisé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onception personnalisé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onception personnalisé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onception personnalisé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onception personnalisé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onception personnalisé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onception personnalisé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onception personnalisé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onception personnalisé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Pictures">
  <a:themeElements>
    <a:clrScheme name="EDF Luminus">
      <a:dk1>
        <a:srgbClr val="7F7F7F"/>
      </a:dk1>
      <a:lt1>
        <a:srgbClr val="FFFFFF"/>
      </a:lt1>
      <a:dk2>
        <a:srgbClr val="232323"/>
      </a:dk2>
      <a:lt2>
        <a:srgbClr val="232323"/>
      </a:lt2>
      <a:accent1>
        <a:srgbClr val="FE5815"/>
      </a:accent1>
      <a:accent2>
        <a:srgbClr val="FFA02F"/>
      </a:accent2>
      <a:accent3>
        <a:srgbClr val="C4D600"/>
      </a:accent3>
      <a:accent4>
        <a:srgbClr val="509E2F"/>
      </a:accent4>
      <a:accent5>
        <a:srgbClr val="005BBB"/>
      </a:accent5>
      <a:accent6>
        <a:srgbClr val="001A70"/>
      </a:accent6>
      <a:hlink>
        <a:srgbClr val="005BBB"/>
      </a:hlink>
      <a:folHlink>
        <a:srgbClr val="001A70"/>
      </a:folHlink>
    </a:clrScheme>
    <a:fontScheme name="Conception personnalisée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 smtClean="0">
            <a:ln>
              <a:noFill/>
            </a:ln>
            <a:solidFill>
              <a:schemeClr val="bg2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 smtClean="0">
            <a:ln>
              <a:noFill/>
            </a:ln>
            <a:solidFill>
              <a:schemeClr val="bg2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Conception personnalisé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CONTENT">
  <a:themeElements>
    <a:clrScheme name="EDF Luminus">
      <a:dk1>
        <a:srgbClr val="7F7F7F"/>
      </a:dk1>
      <a:lt1>
        <a:srgbClr val="FFFFFF"/>
      </a:lt1>
      <a:dk2>
        <a:srgbClr val="232323"/>
      </a:dk2>
      <a:lt2>
        <a:srgbClr val="232323"/>
      </a:lt2>
      <a:accent1>
        <a:srgbClr val="FE5815"/>
      </a:accent1>
      <a:accent2>
        <a:srgbClr val="FFA02F"/>
      </a:accent2>
      <a:accent3>
        <a:srgbClr val="C4D600"/>
      </a:accent3>
      <a:accent4>
        <a:srgbClr val="509E2F"/>
      </a:accent4>
      <a:accent5>
        <a:srgbClr val="005BBB"/>
      </a:accent5>
      <a:accent6>
        <a:srgbClr val="001A70"/>
      </a:accent6>
      <a:hlink>
        <a:srgbClr val="005BBB"/>
      </a:hlink>
      <a:folHlink>
        <a:srgbClr val="001A70"/>
      </a:folHlink>
    </a:clrScheme>
    <a:fontScheme name="2_SOMMAIR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 smtClean="0">
            <a:ln>
              <a:noFill/>
            </a:ln>
            <a:solidFill>
              <a:schemeClr val="bg2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 smtClean="0">
            <a:ln>
              <a:noFill/>
            </a:ln>
            <a:solidFill>
              <a:schemeClr val="bg2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Conception personnalisé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Corporate template UK</Template>
  <TotalTime>0</TotalTime>
  <Words>1099</Words>
  <Application>Microsoft Office PowerPoint</Application>
  <PresentationFormat>Diavoorstelling (16:9)</PresentationFormat>
  <Paragraphs>181</Paragraphs>
  <Slides>16</Slides>
  <Notes>1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8</vt:i4>
      </vt:variant>
      <vt:variant>
        <vt:lpstr>Diatitels</vt:lpstr>
      </vt:variant>
      <vt:variant>
        <vt:i4>16</vt:i4>
      </vt:variant>
    </vt:vector>
  </HeadingPairs>
  <TitlesOfParts>
    <vt:vector size="28" baseType="lpstr">
      <vt:lpstr>ＭＳ Ｐゴシック</vt:lpstr>
      <vt:lpstr>Arial</vt:lpstr>
      <vt:lpstr>Calibri</vt:lpstr>
      <vt:lpstr>Wingdings</vt:lpstr>
      <vt:lpstr>Corporate template UK</vt:lpstr>
      <vt:lpstr>COVER ORANGE</vt:lpstr>
      <vt:lpstr>COVER LIME</vt:lpstr>
      <vt:lpstr>COVER GREEN</vt:lpstr>
      <vt:lpstr>COVER BLUE</vt:lpstr>
      <vt:lpstr>COVER BLUE DARK</vt:lpstr>
      <vt:lpstr>Pictures</vt:lpstr>
      <vt:lpstr>CONTENT</vt:lpstr>
      <vt:lpstr>REX: Wind Projects Sibelco - DESSEL Reactive Power regulation</vt:lpstr>
      <vt:lpstr>sibelco dessel contract Consumption : 8000 kVA Injection : 10500 kVA   installation 3* Siemens SWT3.2</vt:lpstr>
      <vt:lpstr>Electric configuration</vt:lpstr>
      <vt:lpstr>Invoicing sibelco dessel</vt:lpstr>
      <vt:lpstr>Reactive power</vt:lpstr>
      <vt:lpstr>Reactive Power Regulation</vt:lpstr>
      <vt:lpstr>Calculation Reactive power</vt:lpstr>
      <vt:lpstr>Siemens SWT -3,2MW      Enercon E115 4,2MW</vt:lpstr>
      <vt:lpstr>Vestas 2 MW                          vestas 112   3,45Mw</vt:lpstr>
      <vt:lpstr>Measurements Overview</vt:lpstr>
      <vt:lpstr>Detail PF</vt:lpstr>
      <vt:lpstr>Production passing 0 Amps</vt:lpstr>
      <vt:lpstr>Turbines starts Production</vt:lpstr>
      <vt:lpstr>Summary / Remarks / questions</vt:lpstr>
      <vt:lpstr>Elia Tarification  (see Tarifs for transport 2016 – 2019)</vt:lpstr>
      <vt:lpstr>Harmonic filters and reactive compensation Can be used instead of compensation with turbine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2015-01-13T12:15:36Z</dcterms:created>
  <dcterms:modified xsi:type="dcterms:W3CDTF">2019-10-08T13:08:03Z</dcterms:modified>
</cp:coreProperties>
</file>