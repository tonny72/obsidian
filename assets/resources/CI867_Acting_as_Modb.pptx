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40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9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4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4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0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8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0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5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8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1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3BD5-302D-4933-AC41-12F9F3E4279F}" type="datetimeFigureOut">
              <a:rPr lang="en-US" smtClean="0"/>
              <a:t>11/28/2014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CC20D-7DEE-405D-A2DE-AB5178A19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27368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95401"/>
            <a:ext cx="41148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07579" cy="479425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CI867 Acting as Modbus TCP Slave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178800" cy="5334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8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endParaRPr lang="zh-CN" altLang="en-US" sz="800">
              <a:ea typeface="宋体" panose="02010600030101010101" pitchFamily="2" charset="-122"/>
            </a:endParaRPr>
          </a:p>
        </p:txBody>
      </p:sp>
      <p:sp>
        <p:nvSpPr>
          <p:cNvPr id="6150" name="Rectangle 4"/>
          <p:cNvSpPr>
            <a:spLocks noChangeArrowheads="1"/>
          </p:cNvSpPr>
          <p:nvPr/>
        </p:nvSpPr>
        <p:spPr bwMode="auto">
          <a:xfrm>
            <a:off x="2057400" y="838200"/>
            <a:ext cx="817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>
                <a:ea typeface="宋体" panose="02010600030101010101" pitchFamily="2" charset="-122"/>
              </a:rPr>
              <a:t>CI867 Communication and Access Variables Settings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2819401"/>
            <a:ext cx="414337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1" y="3962401"/>
            <a:ext cx="4200525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3" name="Line 10"/>
          <p:cNvSpPr>
            <a:spLocks noChangeShapeType="1"/>
          </p:cNvSpPr>
          <p:nvPr/>
        </p:nvSpPr>
        <p:spPr bwMode="auto">
          <a:xfrm flipV="1">
            <a:off x="3657600" y="1447800"/>
            <a:ext cx="1905000" cy="28956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Line 13"/>
          <p:cNvSpPr>
            <a:spLocks noChangeShapeType="1"/>
          </p:cNvSpPr>
          <p:nvPr/>
        </p:nvSpPr>
        <p:spPr bwMode="auto">
          <a:xfrm flipV="1">
            <a:off x="4267200" y="2895600"/>
            <a:ext cx="1447800" cy="1524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14"/>
          <p:cNvSpPr>
            <a:spLocks noChangeShapeType="1"/>
          </p:cNvSpPr>
          <p:nvPr/>
        </p:nvSpPr>
        <p:spPr bwMode="auto">
          <a:xfrm flipV="1">
            <a:off x="3505200" y="4191000"/>
            <a:ext cx="2286000" cy="9906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oval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Oval 15"/>
          <p:cNvSpPr>
            <a:spLocks noChangeArrowheads="1"/>
          </p:cNvSpPr>
          <p:nvPr/>
        </p:nvSpPr>
        <p:spPr bwMode="auto">
          <a:xfrm>
            <a:off x="5562600" y="1981200"/>
            <a:ext cx="2286000" cy="228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57" name="Oval 16"/>
          <p:cNvSpPr>
            <a:spLocks noChangeArrowheads="1"/>
          </p:cNvSpPr>
          <p:nvPr/>
        </p:nvSpPr>
        <p:spPr bwMode="auto">
          <a:xfrm>
            <a:off x="5715000" y="3505200"/>
            <a:ext cx="2438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58" name="Oval 17"/>
          <p:cNvSpPr>
            <a:spLocks noChangeArrowheads="1"/>
          </p:cNvSpPr>
          <p:nvPr/>
        </p:nvSpPr>
        <p:spPr bwMode="auto">
          <a:xfrm>
            <a:off x="5867400" y="4648200"/>
            <a:ext cx="3276600" cy="1219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59" name="Text Box 18"/>
          <p:cNvSpPr txBox="1">
            <a:spLocks noChangeArrowheads="1"/>
          </p:cNvSpPr>
          <p:nvPr/>
        </p:nvSpPr>
        <p:spPr bwMode="auto">
          <a:xfrm>
            <a:off x="7848600" y="2057401"/>
            <a:ext cx="18288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Enable CI867 Modbus Slave Function</a:t>
            </a:r>
          </a:p>
        </p:txBody>
      </p:sp>
      <p:sp>
        <p:nvSpPr>
          <p:cNvPr id="6160" name="Text Box 19"/>
          <p:cNvSpPr txBox="1">
            <a:spLocks noChangeArrowheads="1"/>
          </p:cNvSpPr>
          <p:nvPr/>
        </p:nvSpPr>
        <p:spPr bwMode="auto">
          <a:xfrm>
            <a:off x="8153400" y="3505201"/>
            <a:ext cx="16764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Ch1 Set IP Address etc.</a:t>
            </a:r>
          </a:p>
        </p:txBody>
      </p:sp>
      <p:sp>
        <p:nvSpPr>
          <p:cNvPr id="6161" name="Text Box 20"/>
          <p:cNvSpPr txBox="1">
            <a:spLocks noChangeArrowheads="1"/>
          </p:cNvSpPr>
          <p:nvPr/>
        </p:nvSpPr>
        <p:spPr bwMode="auto">
          <a:xfrm>
            <a:off x="8382000" y="4800601"/>
            <a:ext cx="15240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Define Access Variables.</a:t>
            </a:r>
          </a:p>
        </p:txBody>
      </p:sp>
    </p:spTree>
    <p:extLst>
      <p:ext uri="{BB962C8B-B14F-4D97-AF65-F5344CB8AC3E}">
        <p14:creationId xmlns:p14="http://schemas.microsoft.com/office/powerpoint/2010/main" val="545746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477839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CI867 Acting as Modbus TCP Slave</a:t>
            </a:r>
            <a:endParaRPr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057400" y="990600"/>
            <a:ext cx="8178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en-US" altLang="zh-CN">
                <a:ea typeface="宋体" panose="02010600030101010101" pitchFamily="2" charset="-122"/>
              </a:rPr>
              <a:t>Test Communication with Modbus OPC Server software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47801"/>
            <a:ext cx="5581650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1447801"/>
            <a:ext cx="4162425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3200400"/>
            <a:ext cx="24511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Box 9"/>
          <p:cNvSpPr txBox="1">
            <a:spLocks noChangeArrowheads="1"/>
          </p:cNvSpPr>
          <p:nvPr/>
        </p:nvSpPr>
        <p:spPr bwMode="auto">
          <a:xfrm>
            <a:off x="2590800" y="2514601"/>
            <a:ext cx="11430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Build a Connection</a:t>
            </a:r>
          </a:p>
        </p:txBody>
      </p:sp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7315200" y="5105401"/>
            <a:ext cx="11430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Define a New Data Scan</a:t>
            </a:r>
          </a:p>
        </p:txBody>
      </p:sp>
      <p:sp>
        <p:nvSpPr>
          <p:cNvPr id="7178" name="Text Box 12"/>
          <p:cNvSpPr txBox="1">
            <a:spLocks noChangeArrowheads="1"/>
          </p:cNvSpPr>
          <p:nvPr/>
        </p:nvSpPr>
        <p:spPr bwMode="auto">
          <a:xfrm>
            <a:off x="7924800" y="2209800"/>
            <a:ext cx="1600200" cy="6492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AC800M Communication data Value</a:t>
            </a:r>
          </a:p>
        </p:txBody>
      </p:sp>
      <p:sp>
        <p:nvSpPr>
          <p:cNvPr id="7179" name="Oval 13"/>
          <p:cNvSpPr>
            <a:spLocks noChangeArrowheads="1"/>
          </p:cNvSpPr>
          <p:nvPr/>
        </p:nvSpPr>
        <p:spPr bwMode="auto">
          <a:xfrm>
            <a:off x="6096000" y="3581400"/>
            <a:ext cx="1828800" cy="990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718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4267201"/>
            <a:ext cx="532447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81" name="Text Box 11"/>
          <p:cNvSpPr txBox="1">
            <a:spLocks noChangeArrowheads="1"/>
          </p:cNvSpPr>
          <p:nvPr/>
        </p:nvSpPr>
        <p:spPr bwMode="auto">
          <a:xfrm>
            <a:off x="2819400" y="6019801"/>
            <a:ext cx="1600200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ea typeface="宋体" panose="02010600030101010101" pitchFamily="2" charset="-122"/>
              </a:rPr>
              <a:t>Display the Communication data</a:t>
            </a:r>
          </a:p>
        </p:txBody>
      </p:sp>
    </p:spTree>
    <p:extLst>
      <p:ext uri="{BB962C8B-B14F-4D97-AF65-F5344CB8AC3E}">
        <p14:creationId xmlns:p14="http://schemas.microsoft.com/office/powerpoint/2010/main" val="2173856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Wingdings</vt:lpstr>
      <vt:lpstr>Office Theme</vt:lpstr>
      <vt:lpstr>CI867 Acting as Modbus TCP Slave</vt:lpstr>
      <vt:lpstr>CI867 Acting as Modbus TCP Slave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CI867 Acting as Modbus TCP Slave</dc:title>
  <dc:creator>Harsha D</dc:creator>
  <cp:lastModifiedBy>Harsha D</cp:lastModifiedBy>
  <cp:revision>1</cp:revision>
  <dcterms:created xsi:type="dcterms:W3CDTF">2014-11-28T11:16:05Z</dcterms:created>
  <dcterms:modified xsi:type="dcterms:W3CDTF">2014-11-28T11:16:16Z</dcterms:modified>
</cp:coreProperties>
</file>